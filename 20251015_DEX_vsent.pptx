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225" r:id="rId4"/>
  </p:sldMasterIdLst>
  <p:notesMasterIdLst>
    <p:notesMasterId r:id="rId6"/>
  </p:notesMasterIdLst>
  <p:handoutMasterIdLst>
    <p:handoutMasterId r:id="rId7"/>
  </p:handoutMasterIdLst>
  <p:sldIdLst>
    <p:sldId id="1821" r:id="rId5"/>
  </p:sldIdLst>
  <p:sldSz cx="12192000" cy="6858000"/>
  <p:notesSz cx="7315200" cy="96012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s - Tagline logo lockup" id="{2C57F9F5-F6AD-4629-847F-DA5541ABEDDD}">
          <p14:sldIdLst>
            <p14:sldId id="182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412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890D"/>
    <a:srgbClr val="FF9900"/>
    <a:srgbClr val="D9D9D9"/>
    <a:srgbClr val="046A38"/>
    <a:srgbClr val="000000"/>
    <a:srgbClr val="FFCD00"/>
    <a:srgbClr val="ED8B00"/>
    <a:srgbClr val="DB291C"/>
    <a:srgbClr val="C00000"/>
    <a:srgbClr val="3C8A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17" autoAdjust="0"/>
    <p:restoredTop sz="92653" autoAdjust="0"/>
  </p:normalViewPr>
  <p:slideViewPr>
    <p:cSldViewPr snapToGrid="0" showGuides="1">
      <p:cViewPr varScale="1">
        <p:scale>
          <a:sx n="139" d="100"/>
          <a:sy n="139" d="100"/>
        </p:scale>
        <p:origin x="1590" y="126"/>
      </p:cViewPr>
      <p:guideLst>
        <p:guide orient="horz" pos="1412"/>
        <p:guide pos="3840"/>
      </p:guideLst>
    </p:cSldViewPr>
  </p:slideViewPr>
  <p:outlineViewPr>
    <p:cViewPr>
      <p:scale>
        <a:sx n="33" d="100"/>
        <a:sy n="33" d="100"/>
      </p:scale>
      <p:origin x="0" y="-5919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1" d="100"/>
        <a:sy n="81" d="100"/>
      </p:scale>
      <p:origin x="0" y="0"/>
    </p:cViewPr>
  </p:sorterViewPr>
  <p:notesViewPr>
    <p:cSldViewPr snapToGrid="0" showGuides="1">
      <p:cViewPr varScale="1">
        <p:scale>
          <a:sx n="57" d="100"/>
          <a:sy n="57" d="100"/>
        </p:scale>
        <p:origin x="1992" y="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l">
              <a:defRPr sz="11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427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r">
              <a:defRPr sz="1100"/>
            </a:lvl1pPr>
          </a:lstStyle>
          <a:p>
            <a:fld id="{B4AD245C-091B-44E2-BFB0-BD94217887F7}" type="datetimeFigureOut">
              <a:rPr lang="en-US">
                <a:latin typeface="Arial" panose="020B0604020202020204" pitchFamily="34" charset="0"/>
              </a:rPr>
              <a:t>6/29/2026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l">
              <a:defRPr sz="11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427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r">
              <a:defRPr sz="1100"/>
            </a:lvl1pPr>
          </a:lstStyle>
          <a:p>
            <a:fld id="{9A913F39-CFF6-40F1-84D1-700840B41EAB}" type="slidenum">
              <a:rPr lang="en-US"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8131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BA5BBE4-AEA3-489A-A28E-0C2FAF2506E3}" type="datetimeFigureOut">
              <a:rPr lang="en-US"/>
              <a:pPr/>
              <a:t>6/29/2026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8478" tIns="49238" rIns="98478" bIns="4923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vert="horz" lIns="98478" tIns="49238" rIns="98478" bIns="4923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0F4A2C8-6C88-4E71-83EE-698B9D4FE22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730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708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4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5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4.emf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4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4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4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4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4.emf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4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4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4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4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4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692" y="-5466"/>
            <a:ext cx="2779773" cy="1308222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64634639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eloitte logo">
            <a:extLst>
              <a:ext uri="{FF2B5EF4-FFF2-40B4-BE49-F238E27FC236}">
                <a16:creationId xmlns:a16="http://schemas.microsoft.com/office/drawing/2014/main" id="{885222D5-1719-1676-C66A-2EB4C1E3D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879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68040870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Full bleed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239FF85-CD49-BB35-3695-75C424AD97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add secondary text</a:t>
            </a:r>
          </a:p>
        </p:txBody>
      </p:sp>
    </p:spTree>
    <p:extLst>
      <p:ext uri="{BB962C8B-B14F-4D97-AF65-F5344CB8AC3E}">
        <p14:creationId xmlns:p14="http://schemas.microsoft.com/office/powerpoint/2010/main" val="666374100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Green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b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457200" y="3451572"/>
            <a:ext cx="11274552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 b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7" name="CaseCode">
            <a:extLst>
              <a:ext uri="{FF2B5EF4-FFF2-40B4-BE49-F238E27FC236}">
                <a16:creationId xmlns:a16="http://schemas.microsoft.com/office/drawing/2014/main" id="{ADBA1BC3-DF0A-C7C2-54F8-FADB09EEDB7D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80879667-8E19-0A8A-570B-A31B8E1A0A23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51E4B-6F26-F51C-0F00-AA71F4B0CCCE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7957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Accessible Green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457200" y="3456432"/>
            <a:ext cx="11304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7" name="CaseCode">
            <a:extLst>
              <a:ext uri="{FF2B5EF4-FFF2-40B4-BE49-F238E27FC236}">
                <a16:creationId xmlns:a16="http://schemas.microsoft.com/office/drawing/2014/main" id="{F684A669-26C5-90D5-704C-199677EB5DCB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7BB995-EE99-3880-DCE6-C93F71A128CE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1CC79A-BB5E-1920-0382-D1E9D54533B4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1505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Accessible Teal">
    <p:bg bwMode="gray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Code">
            <a:extLst>
              <a:ext uri="{FF2B5EF4-FFF2-40B4-BE49-F238E27FC236}">
                <a16:creationId xmlns:a16="http://schemas.microsoft.com/office/drawing/2014/main" id="{1F8EA9CE-A4FD-7F07-8A19-61F161FECD5F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EFB2FD2C-2339-18D3-FE74-70FF8DBE712E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2674E4-36E3-6473-BA52-EF41006ED287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60CC504-C642-CAD5-61BD-E184E479D1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FD8C8D7-FC7E-145B-B314-E6EBE79FFB2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457200" y="3456432"/>
            <a:ext cx="11304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119696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Accessible Blue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Code">
            <a:extLst>
              <a:ext uri="{FF2B5EF4-FFF2-40B4-BE49-F238E27FC236}">
                <a16:creationId xmlns:a16="http://schemas.microsoft.com/office/drawing/2014/main" id="{67FC27F4-B029-8F10-CF8E-13A946A025B5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89AEA1EB-B05E-844E-88AE-0B79DF479CCD}"/>
              </a:ext>
            </a:extLst>
          </p:cNvPr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97C4E0-E9D0-9FCD-AFF6-A164148A4809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E58C20-370C-728D-70BA-DDC6ADA472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692CE7D-8322-F37D-A263-8628F272E56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457200" y="3456432"/>
            <a:ext cx="11304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040796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0AA8B90-9F0A-4512-BB67-63C2583B2E6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26175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AA8B90-9F0A-4512-BB67-63C2583B2E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96593EEB-1CDC-4080-8C11-602DEAE10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44A7927-D2B7-CBC9-2760-D0D4AA25A8E4}"/>
              </a:ext>
            </a:extLst>
          </p:cNvPr>
          <p:cNvSpPr/>
          <p:nvPr userDrawn="1"/>
        </p:nvSpPr>
        <p:spPr bwMode="gray">
          <a:xfrm>
            <a:off x="0" y="6159795"/>
            <a:ext cx="12192000" cy="698205"/>
          </a:xfrm>
          <a:prstGeom prst="rect">
            <a:avLst/>
          </a:prstGeom>
          <a:solidFill>
            <a:srgbClr val="005587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de-DE" sz="1600" b="1" dirty="0">
              <a:solidFill>
                <a:schemeClr val="bg1"/>
              </a:solidFill>
            </a:endParaRPr>
          </a:p>
        </p:txBody>
      </p:sp>
      <p:sp>
        <p:nvSpPr>
          <p:cNvPr id="5" name="CaseCode">
            <a:extLst>
              <a:ext uri="{FF2B5EF4-FFF2-40B4-BE49-F238E27FC236}">
                <a16:creationId xmlns:a16="http://schemas.microsoft.com/office/drawing/2014/main" id="{2EE1F917-96B7-BB85-E794-D930F858E97C}"/>
              </a:ext>
            </a:extLst>
          </p:cNvPr>
          <p:cNvSpPr txBox="1"/>
          <p:nvPr userDrawn="1"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7" name="Copyright">
            <a:extLst>
              <a:ext uri="{FF2B5EF4-FFF2-40B4-BE49-F238E27FC236}">
                <a16:creationId xmlns:a16="http://schemas.microsoft.com/office/drawing/2014/main" id="{E86526AF-A070-B0B0-99BB-70751F0C81FE}"/>
              </a:ext>
            </a:extLst>
          </p:cNvPr>
          <p:cNvSpPr txBox="1"/>
          <p:nvPr userDrawn="1"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2025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EBF5283-F36B-EBF8-D507-E1A2D2C236B0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4376806"/>
      </p:ext>
    </p:extLst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Deloitte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5F35D1E1-7A9C-AE7F-744F-00D2D0F343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D2CC364-3A56-4B32-F356-4C27AC2B9C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457200" y="3456432"/>
            <a:ext cx="11304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add subtitle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7CCDA0BA-31C1-C0D1-6173-0E01D221504D}"/>
              </a:ext>
            </a:extLst>
          </p:cNvPr>
          <p:cNvSpPr/>
          <p:nvPr userDrawn="1"/>
        </p:nvSpPr>
        <p:spPr bwMode="gray">
          <a:xfrm>
            <a:off x="304800" y="6438900"/>
            <a:ext cx="11456400" cy="419100"/>
          </a:xfrm>
          <a:prstGeom prst="rect">
            <a:avLst/>
          </a:prstGeom>
          <a:solidFill>
            <a:schemeClr val="tx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3" name="CaseCode">
            <a:extLst>
              <a:ext uri="{FF2B5EF4-FFF2-40B4-BE49-F238E27FC236}">
                <a16:creationId xmlns:a16="http://schemas.microsoft.com/office/drawing/2014/main" id="{C72357C2-AEF6-4F9C-762F-09BCE6198B7C}"/>
              </a:ext>
            </a:extLst>
          </p:cNvPr>
          <p:cNvSpPr txBox="1"/>
          <p:nvPr userDrawn="1"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B6F0CAE8-07C6-14BC-0531-FDCD0C81550E}"/>
              </a:ext>
            </a:extLst>
          </p:cNvPr>
          <p:cNvSpPr txBox="1"/>
          <p:nvPr userDrawn="1"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2025</a:t>
            </a: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44622E13-40ED-CA06-603D-C89F9BCB39FE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9093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AA0174D-B09C-4960-94D1-79FD4D04BD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96C364-9ED6-42C4-8FC2-1F9C6CB165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23077"/>
            <a:ext cx="5778080" cy="484791"/>
          </a:xfrm>
        </p:spPr>
        <p:txBody>
          <a:bodyPr>
            <a:noAutofit/>
          </a:bodyPr>
          <a:lstStyle>
            <a:lvl1pPr>
              <a:defRPr sz="3200" b="1">
                <a:latin typeface="Aptos" panose="020B0004020202020204" pitchFamily="34" charset="0"/>
              </a:defRPr>
            </a:lvl1pPr>
            <a:lvl2pPr>
              <a:defRPr sz="3200" b="1">
                <a:latin typeface="+mj-lt"/>
              </a:defRPr>
            </a:lvl2pPr>
            <a:lvl3pPr>
              <a:defRPr sz="3200" b="1">
                <a:latin typeface="+mj-lt"/>
              </a:defRPr>
            </a:lvl3pPr>
            <a:lvl4pPr>
              <a:defRPr sz="3200" b="1">
                <a:latin typeface="+mj-lt"/>
              </a:defRPr>
            </a:lvl4pPr>
            <a:lvl5pPr>
              <a:defRPr sz="3200" b="1">
                <a:latin typeface="+mj-lt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D421831-C244-4DE0-8DE2-755D7D7315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07869"/>
            <a:ext cx="5465380" cy="863162"/>
          </a:xfrm>
        </p:spPr>
        <p:txBody>
          <a:bodyPr>
            <a:noAutofit/>
          </a:bodyPr>
          <a:lstStyle>
            <a:lvl1pPr>
              <a:defRPr sz="3200" b="0">
                <a:latin typeface="Aptos" panose="020B0004020202020204" pitchFamily="34" charset="0"/>
              </a:defRPr>
            </a:lvl1pPr>
            <a:lvl2pPr>
              <a:defRPr sz="3200" b="1">
                <a:latin typeface="+mj-lt"/>
              </a:defRPr>
            </a:lvl2pPr>
            <a:lvl3pPr>
              <a:defRPr sz="3200" b="1">
                <a:latin typeface="+mj-lt"/>
              </a:defRPr>
            </a:lvl3pPr>
            <a:lvl4pPr>
              <a:defRPr sz="3200" b="1">
                <a:latin typeface="+mj-lt"/>
              </a:defRPr>
            </a:lvl4pPr>
            <a:lvl5pPr>
              <a:defRPr sz="3200" b="1">
                <a:latin typeface="+mj-lt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685216945"/>
      </p:ext>
    </p:extLst>
  </p:cSld>
  <p:clrMapOvr>
    <a:masterClrMapping/>
  </p:clrMapOvr>
  <p:transition>
    <p:fade/>
  </p:transition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96593EEB-1CDC-4080-8C11-602DEAE10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030390686"/>
      </p:ext>
    </p:extLst>
  </p:cSld>
  <p:clrMapOvr>
    <a:masterClrMapping/>
  </p:clrMapOvr>
  <p:transition>
    <p:fade/>
  </p:transition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567164D-98D6-14DE-1654-8043100211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547789274"/>
      </p:ext>
    </p:extLst>
  </p:cSld>
  <p:clrMapOvr>
    <a:masterClrMapping/>
  </p:clrMapOvr>
  <p:transition>
    <p:fade/>
  </p:transition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63DAA5C-077F-FE00-63CE-03BEF637C3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6929E50-6BC7-6A16-7F97-75FA3937A2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000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0000" indent="-18000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2000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6900188"/>
      </p:ext>
    </p:extLst>
  </p:cSld>
  <p:clrMapOvr>
    <a:masterClrMapping/>
  </p:clrMapOvr>
  <p:transition>
    <p:fade/>
  </p:transition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57200" y="1682496"/>
            <a:ext cx="5495544" cy="468020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000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2000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80972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000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2000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DD490B8-B418-78D3-2E0B-461A61F706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333EA7F-716E-CA3B-831D-4E6ADC7C21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83735829"/>
      </p:ext>
    </p:extLst>
  </p:cSld>
  <p:clrMapOvr>
    <a:masterClrMapping/>
  </p:clrMapOvr>
  <p:transition>
    <p:fade/>
  </p:transition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2496"/>
            <a:ext cx="3549904" cy="468020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000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2000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8B191C74-910B-0CFC-9067-143443C4A2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F0BB36C-DE52-CFD5-6483-3AF9FFFA10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2680" y="168097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000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2000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097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000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2000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5716348"/>
      </p:ext>
    </p:extLst>
  </p:cSld>
  <p:clrMapOvr>
    <a:masterClrMapping/>
  </p:clrMapOvr>
  <p:transition>
    <p:fade/>
  </p:transition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2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21552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sz="1200" b="0" kern="1200" noProof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sz="1200" b="0" kern="1200" noProof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sz="1200" b="0" kern="1200" baseline="0" noProof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sz="1200" b="0" kern="1200" baseline="0" noProof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marL="180000" lvl="1" indent="-180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</a:pPr>
            <a:r>
              <a:rPr lang="en-US" noProof="0" dirty="0"/>
              <a:t>Second level</a:t>
            </a:r>
          </a:p>
          <a:p>
            <a:pPr marL="360000" lvl="2" indent="-180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</a:pPr>
            <a:r>
              <a:rPr lang="en-US" noProof="0" dirty="0"/>
              <a:t>Third level</a:t>
            </a:r>
          </a:p>
          <a:p>
            <a:pPr marL="540000" lvl="3" indent="-180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</a:pPr>
            <a:r>
              <a:rPr lang="en-US" noProof="0" dirty="0"/>
              <a:t>Fourth level</a:t>
            </a:r>
          </a:p>
          <a:p>
            <a:pPr marL="720000" lvl="4" indent="-180000" algn="l" defTabSz="598885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</a:pPr>
            <a:r>
              <a:rPr lang="en-US" noProof="0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5904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sz="1200" b="0" kern="1200" noProof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sz="1200" b="0" kern="1200" noProof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sz="1200" b="0" kern="1200" baseline="0" noProof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sz="1200" b="0" kern="1200" baseline="0" noProof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marL="180000" lvl="1" indent="-180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</a:pPr>
            <a:r>
              <a:rPr lang="en-US" noProof="0" dirty="0"/>
              <a:t>Second level</a:t>
            </a:r>
          </a:p>
          <a:p>
            <a:pPr marL="360000" lvl="2" indent="-180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</a:pPr>
            <a:r>
              <a:rPr lang="en-US" noProof="0" dirty="0"/>
              <a:t>Third level</a:t>
            </a:r>
          </a:p>
          <a:p>
            <a:pPr marL="540000" lvl="3" indent="-180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</a:pPr>
            <a:r>
              <a:rPr lang="en-US" noProof="0" dirty="0"/>
              <a:t>Fourth level</a:t>
            </a:r>
          </a:p>
          <a:p>
            <a:pPr marL="720000" lvl="4" indent="-180000" algn="l" defTabSz="598885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</a:pPr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sz="1200" b="0" kern="1200" noProof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sz="1200" b="0" kern="1200" noProof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sz="1200" b="0" kern="1200" baseline="0" noProof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sz="1200" b="0" kern="1200" baseline="0" noProof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marL="180000" lvl="1" indent="-180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</a:pPr>
            <a:r>
              <a:rPr lang="en-US" noProof="0" dirty="0"/>
              <a:t>Second level</a:t>
            </a:r>
          </a:p>
          <a:p>
            <a:pPr marL="360000" lvl="2" indent="-180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</a:pPr>
            <a:r>
              <a:rPr lang="en-US" noProof="0" dirty="0"/>
              <a:t>Third level</a:t>
            </a:r>
          </a:p>
          <a:p>
            <a:pPr marL="540000" lvl="3" indent="-180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</a:pPr>
            <a:r>
              <a:rPr lang="en-US" noProof="0" dirty="0"/>
              <a:t>Fourth level</a:t>
            </a:r>
          </a:p>
          <a:p>
            <a:pPr marL="720000" lvl="4" indent="-180000" algn="l" defTabSz="598885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</a:pPr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B60B513-6C68-425A-86AC-3FC42F4B2B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9257AFC-2713-6B3B-F635-37B6D88CC3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949091662"/>
      </p:ext>
    </p:extLst>
  </p:cSld>
  <p:clrMapOvr>
    <a:masterClrMapping/>
  </p:clrMapOvr>
  <p:transition>
    <p:fade/>
  </p:transition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0000">
              <a:defRPr b="0"/>
            </a:lvl3pPr>
            <a:lvl4pPr marL="540000" indent="-180000">
              <a:defRPr b="0"/>
            </a:lvl4pPr>
            <a:lvl5pPr marL="720000">
              <a:defRPr b="0"/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lang="en-US" sz="1200" b="0" kern="1200" noProof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3pPr>
            <a:lvl4pPr marL="548640" indent="-182880">
              <a:defRPr lang="en-US" sz="1200" b="0" kern="1200" baseline="0" noProof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4pPr>
            <a:lvl5pPr marL="731520">
              <a:defRPr lang="en-US" sz="1200" b="0" kern="1200" baseline="0" noProof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marL="360000" lvl="2" indent="-180975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</a:pPr>
            <a:r>
              <a:rPr lang="en-US" noProof="0" dirty="0"/>
              <a:t>Third level</a:t>
            </a:r>
          </a:p>
          <a:p>
            <a:pPr marL="540000" lvl="3" indent="-180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</a:pPr>
            <a:r>
              <a:rPr lang="en-US" noProof="0" dirty="0"/>
              <a:t>Fourth level</a:t>
            </a:r>
          </a:p>
          <a:p>
            <a:pPr marL="720000" lvl="4" indent="-179388" algn="l" defTabSz="598885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/>
            </a:pPr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lang="en-US" sz="1200" b="0" kern="1200" noProof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3pPr>
            <a:lvl4pPr marL="548640" indent="-182880">
              <a:defRPr lang="en-US" sz="1200" b="0" kern="1200" baseline="0" noProof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4pPr>
            <a:lvl5pPr marL="731520">
              <a:defRPr lang="en-US" sz="1200" b="0" kern="1200" baseline="0" noProof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marL="360000" lvl="2" indent="-180975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</a:pPr>
            <a:r>
              <a:rPr lang="en-US" noProof="0" dirty="0"/>
              <a:t>Third level</a:t>
            </a:r>
          </a:p>
          <a:p>
            <a:pPr marL="540000" lvl="3" indent="-180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</a:pPr>
            <a:r>
              <a:rPr lang="en-US" noProof="0" dirty="0"/>
              <a:t>Fourth level</a:t>
            </a:r>
          </a:p>
          <a:p>
            <a:pPr marL="720000" lvl="4" indent="-179388" algn="l" defTabSz="598885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/>
            </a:pPr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lang="en-US" sz="1200" b="0" kern="1200" noProof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3pPr>
            <a:lvl4pPr marL="548640" indent="-182880">
              <a:defRPr lang="en-US" sz="1200" b="0" kern="1200" baseline="0" noProof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4pPr>
            <a:lvl5pPr marL="731520">
              <a:defRPr lang="en-US" sz="1200" b="0" kern="1200" baseline="0" noProof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marL="360000" lvl="2" indent="-180975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</a:pPr>
            <a:r>
              <a:rPr lang="en-US" noProof="0" dirty="0"/>
              <a:t>Third level</a:t>
            </a:r>
          </a:p>
          <a:p>
            <a:pPr marL="540000" lvl="3" indent="-180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</a:pPr>
            <a:r>
              <a:rPr lang="en-US" noProof="0" dirty="0"/>
              <a:t>Fourth level</a:t>
            </a:r>
          </a:p>
          <a:p>
            <a:pPr marL="720000" lvl="4" indent="-179388" algn="l" defTabSz="598885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/>
            </a:pPr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67D2A86E-3485-4064-F11B-592641772D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E96810A4-9AE7-5408-F486-24386EEDA4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813738005"/>
      </p:ext>
    </p:extLst>
  </p:cSld>
  <p:clrMapOvr>
    <a:masterClrMapping/>
  </p:clrMapOvr>
  <p:transition>
    <p:fade/>
  </p:transition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362A436-16E9-8D92-CE75-CF090274A9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CE7ED7B-D3F7-0C2D-3D7F-23B03A315C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lang="en-US" sz="1200" b="0" kern="1200" noProof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3pPr>
            <a:lvl4pPr marL="548640" indent="-182880">
              <a:defRPr lang="en-US" sz="1200" b="0" kern="1200" baseline="0" noProof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4pPr>
            <a:lvl5pPr marL="731520">
              <a:defRPr lang="en-US" sz="1200" b="0" kern="1200" baseline="0" noProof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marL="360000" lvl="2" indent="-180975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</a:pPr>
            <a:r>
              <a:rPr lang="en-US" noProof="0" dirty="0"/>
              <a:t>Third level</a:t>
            </a:r>
          </a:p>
          <a:p>
            <a:pPr marL="540000" lvl="3" indent="-180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</a:pPr>
            <a:r>
              <a:rPr lang="en-US" noProof="0" dirty="0"/>
              <a:t>Fourth level</a:t>
            </a:r>
          </a:p>
          <a:p>
            <a:pPr marL="720000" lvl="4" indent="-179388" algn="l" defTabSz="598885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/>
            </a:pPr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lang="en-US" sz="1200" b="0" kern="1200" noProof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3pPr>
            <a:lvl4pPr marL="548640" indent="-182880">
              <a:defRPr lang="en-US" sz="1200" b="0" kern="1200" baseline="0" noProof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4pPr>
            <a:lvl5pPr marL="731520">
              <a:defRPr lang="en-US" sz="1200" b="0" kern="1200" baseline="0" noProof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marL="360000" lvl="2" indent="-180975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</a:pPr>
            <a:r>
              <a:rPr lang="en-US" noProof="0" dirty="0"/>
              <a:t>Third level</a:t>
            </a:r>
          </a:p>
          <a:p>
            <a:pPr marL="540000" lvl="3" indent="-180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</a:pPr>
            <a:r>
              <a:rPr lang="en-US" noProof="0" dirty="0"/>
              <a:t>Fourth level</a:t>
            </a:r>
          </a:p>
          <a:p>
            <a:pPr marL="720000" lvl="4" indent="-179388" algn="l" defTabSz="598885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/>
            </a:pPr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>
            <a:lvl3pPr>
              <a:defRPr lang="en-US" sz="1200" b="0" kern="1200" noProof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3pPr>
            <a:lvl4pPr>
              <a:defRPr lang="en-US" sz="1200" b="0" kern="1200" baseline="0" noProof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4pPr>
            <a:lvl5pPr marL="720000" indent="-179388">
              <a:defRPr lang="en-US" sz="1200" b="0" kern="1200" baseline="0" noProof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marL="360000" lvl="2" indent="-180975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</a:pPr>
            <a:r>
              <a:rPr lang="en-US" noProof="0" dirty="0"/>
              <a:t>Third level</a:t>
            </a:r>
          </a:p>
          <a:p>
            <a:pPr marL="540000" lvl="3" indent="-180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</a:pPr>
            <a:r>
              <a:rPr lang="en-US" noProof="0" dirty="0"/>
              <a:t>Fourth level</a:t>
            </a:r>
          </a:p>
          <a:p>
            <a:pPr marL="720000" lvl="4" indent="-179388" algn="l" defTabSz="598885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/>
            </a:pPr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>
            <a:lvl3pPr>
              <a:defRPr lang="en-US" sz="1200" b="0" kern="1200" noProof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3pPr>
            <a:lvl4pPr>
              <a:defRPr lang="en-US" sz="1200" b="0" kern="1200" baseline="0" noProof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4pPr>
            <a:lvl5pPr marL="720000" indent="-179388">
              <a:defRPr lang="en-US" sz="1200" b="0" kern="1200" baseline="0" noProof="0" dirty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marL="360000" lvl="2" indent="-180975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</a:pPr>
            <a:r>
              <a:rPr lang="en-US" noProof="0" dirty="0"/>
              <a:t>Third level</a:t>
            </a:r>
          </a:p>
          <a:p>
            <a:pPr marL="540000" lvl="3" indent="-180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</a:pPr>
            <a:r>
              <a:rPr lang="en-US" noProof="0" dirty="0"/>
              <a:t>Fourth level</a:t>
            </a:r>
          </a:p>
          <a:p>
            <a:pPr marL="720000" lvl="4" indent="-179388" algn="l" defTabSz="598885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/>
            </a:pPr>
            <a:r>
              <a:rPr lang="en-US" noProof="0" dirty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989067"/>
      </p:ext>
    </p:extLst>
  </p:cSld>
  <p:clrMapOvr>
    <a:masterClrMapping/>
  </p:clrMapOvr>
  <p:transition>
    <p:fade/>
  </p:transition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with image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AA0174D-B09C-4960-94D1-79FD4D04BD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96C364-9ED6-42C4-8FC2-1F9C6CB165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313604"/>
            <a:ext cx="5465380" cy="484791"/>
          </a:xfrm>
        </p:spPr>
        <p:txBody>
          <a:bodyPr>
            <a:noAutofit/>
          </a:bodyPr>
          <a:lstStyle>
            <a:lvl1pPr>
              <a:defRPr sz="3200" b="1">
                <a:latin typeface="Aptos" panose="020B0004020202020204" pitchFamily="34" charset="0"/>
              </a:defRPr>
            </a:lvl1pPr>
            <a:lvl2pPr>
              <a:defRPr sz="3200" b="1">
                <a:latin typeface="+mj-lt"/>
              </a:defRPr>
            </a:lvl2pPr>
            <a:lvl3pPr>
              <a:defRPr sz="3200" b="1">
                <a:latin typeface="+mj-lt"/>
              </a:defRPr>
            </a:lvl3pPr>
            <a:lvl4pPr>
              <a:defRPr sz="3200" b="1">
                <a:latin typeface="+mj-lt"/>
              </a:defRPr>
            </a:lvl4pPr>
            <a:lvl5pPr>
              <a:defRPr sz="3200" b="1">
                <a:latin typeface="+mj-lt"/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D421831-C244-4DE0-8DE2-755D7D7315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798236"/>
            <a:ext cx="5465380" cy="863162"/>
          </a:xfrm>
        </p:spPr>
        <p:txBody>
          <a:bodyPr>
            <a:noAutofit/>
          </a:bodyPr>
          <a:lstStyle>
            <a:lvl1pPr>
              <a:defRPr sz="3200" b="0">
                <a:latin typeface="Aptos" panose="020B0004020202020204" pitchFamily="34" charset="0"/>
              </a:defRPr>
            </a:lvl1pPr>
            <a:lvl2pPr>
              <a:defRPr sz="3200" b="1">
                <a:latin typeface="+mj-lt"/>
              </a:defRPr>
            </a:lvl2pPr>
            <a:lvl3pPr>
              <a:defRPr sz="3200" b="1">
                <a:latin typeface="+mj-lt"/>
              </a:defRPr>
            </a:lvl3pPr>
            <a:lvl4pPr>
              <a:defRPr sz="3200" b="1">
                <a:latin typeface="+mj-lt"/>
              </a:defRPr>
            </a:lvl4pPr>
            <a:lvl5pPr>
              <a:defRPr sz="3200" b="1">
                <a:latin typeface="+mj-lt"/>
              </a:defRPr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786506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41A6448-2CDA-7D6D-F1A0-347696B21B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839365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8D36622-3315-0885-4F7E-8CCDE0C2BA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3E8942A-B484-29A8-C101-63496BEA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1253459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C36FB10-1EF5-A9A4-577D-A18DA4D1207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93236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36FB10-1EF5-A9A4-577D-A18DA4D120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FB46B341-3430-2348-6D11-485200BFA99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77579"/>
            <a:ext cx="11274552" cy="4681728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000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0000" indent="-18000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2000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F99282DB-7705-38D1-75C5-92BD76D91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2F2C4463-3F55-0B57-ECFE-555C0A1782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296314162"/>
      </p:ext>
    </p:extLst>
  </p:cSld>
  <p:clrMapOvr>
    <a:masterClrMapping/>
  </p:clrMapOvr>
  <p:transition>
    <p:fade/>
  </p:transition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5E6F299-A818-CA93-A927-F61A877DA2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13879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E6F299-A818-CA93-A927-F61A877DA2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57200" y="1677579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sz="1200" b="0" kern="120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2pPr>
            <a:lvl3pPr marL="36576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sz="1200" b="0" kern="120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sz="1200" b="0" kern="1200" baseline="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sz="1200" b="0" kern="1200" baseline="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marL="179388" lvl="1" indent="-179388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noProof="0" dirty="0"/>
              <a:t>Second level</a:t>
            </a:r>
          </a:p>
          <a:p>
            <a:pPr marL="360000" lvl="2" indent="-180975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</a:pPr>
            <a:r>
              <a:rPr lang="en-US" noProof="0" dirty="0"/>
              <a:t>Third level</a:t>
            </a:r>
          </a:p>
          <a:p>
            <a:pPr marL="540000" lvl="3" indent="-180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</a:pPr>
            <a:r>
              <a:rPr lang="en-US" noProof="0" dirty="0"/>
              <a:t>Fourth level</a:t>
            </a:r>
          </a:p>
          <a:p>
            <a:pPr marL="720000" lvl="4" indent="-179388" algn="l" defTabSz="598885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/>
            </a:pPr>
            <a:r>
              <a:rPr lang="en-US" noProof="0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D6FEAFF-2B74-1B3D-168E-42A9A695E1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DF503BF-FE6C-E555-3A41-CFFD641471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5E59B36-2F4F-A0E8-D1A8-C198F28B171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49579" y="1677579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sz="1200" b="0" kern="120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sz="1200" b="0" kern="120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sz="1200" b="0" kern="1200" baseline="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sz="1200" b="0" kern="1200" baseline="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 dirty="0"/>
              <a:t>Click to add text</a:t>
            </a:r>
          </a:p>
          <a:p>
            <a:pPr marL="179388" lvl="1" indent="-179388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noProof="0" dirty="0"/>
              <a:t>Second level</a:t>
            </a:r>
          </a:p>
          <a:p>
            <a:pPr marL="360000" lvl="2" indent="-180975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</a:pPr>
            <a:r>
              <a:rPr lang="en-US" noProof="0" dirty="0"/>
              <a:t>Third level</a:t>
            </a:r>
          </a:p>
          <a:p>
            <a:pPr marL="540000" lvl="3" indent="-180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</a:pPr>
            <a:r>
              <a:rPr lang="en-US" noProof="0" dirty="0"/>
              <a:t>Fourth level</a:t>
            </a:r>
          </a:p>
          <a:p>
            <a:pPr marL="720000" lvl="4" indent="-179388" algn="l" defTabSz="598885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/>
            </a:pPr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9538824"/>
      </p:ext>
    </p:extLst>
  </p:cSld>
  <p:clrMapOvr>
    <a:masterClrMapping/>
  </p:clrMapOvr>
  <p:transition>
    <p:fade/>
  </p:transition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82120E2-D6C2-D764-40A5-E97D481216B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22964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2120E2-D6C2-D764-40A5-E97D481216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77579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sz="1200" b="0" kern="120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sz="1200" b="0" kern="120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sz="1200" b="0" kern="1200" baseline="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sz="1200" b="0" kern="1200" baseline="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marL="179388" lvl="1" indent="-179388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noProof="0" dirty="0"/>
              <a:t>Second level</a:t>
            </a:r>
          </a:p>
          <a:p>
            <a:pPr marL="360000" lvl="2" indent="-180975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</a:pPr>
            <a:r>
              <a:rPr lang="en-US" noProof="0" dirty="0"/>
              <a:t>Third level</a:t>
            </a:r>
          </a:p>
          <a:p>
            <a:pPr marL="540000" lvl="3" indent="-180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</a:pPr>
            <a:r>
              <a:rPr lang="en-US" noProof="0" dirty="0"/>
              <a:t>Fourth level</a:t>
            </a:r>
          </a:p>
          <a:p>
            <a:pPr marL="720000" lvl="4" indent="-179388" algn="l" defTabSz="598885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/>
            </a:pPr>
            <a:r>
              <a:rPr lang="en-US" noProof="0" dirty="0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413E34D-A983-4D25-B3D7-D7643F6035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F14D54C-54B5-CC50-7E64-122407456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E9C8C-3361-2EBB-1420-4D27917305A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7048" y="1677579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sz="1200" b="0" kern="120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sz="1200" b="0" kern="120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sz="1200" b="0" kern="1200" baseline="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sz="1200" b="0" kern="1200" baseline="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marL="179388" lvl="1" indent="-179388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noProof="0" dirty="0"/>
              <a:t>Second level</a:t>
            </a:r>
          </a:p>
          <a:p>
            <a:pPr marL="360000" lvl="2" indent="-180975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</a:pPr>
            <a:r>
              <a:rPr lang="en-US" noProof="0" dirty="0"/>
              <a:t>Third level</a:t>
            </a:r>
          </a:p>
          <a:p>
            <a:pPr marL="540000" lvl="3" indent="-180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</a:pPr>
            <a:r>
              <a:rPr lang="en-US" noProof="0" dirty="0"/>
              <a:t>Fourth level</a:t>
            </a:r>
          </a:p>
          <a:p>
            <a:pPr marL="720000" lvl="4" indent="-179388" algn="l" defTabSz="598885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/>
            </a:pPr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D594323-BB1E-32C6-75D1-37D14037392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93024" y="1677579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sz="1200" b="0" kern="120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sz="1200" b="0" kern="120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sz="1200" b="0" kern="1200" baseline="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sz="1200" b="0" kern="1200" baseline="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marL="179388" lvl="1" indent="-179388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noProof="0" dirty="0"/>
              <a:t>Second level</a:t>
            </a:r>
          </a:p>
          <a:p>
            <a:pPr marL="360000" lvl="2" indent="-180975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</a:pPr>
            <a:r>
              <a:rPr lang="en-US" noProof="0" dirty="0"/>
              <a:t>Third level</a:t>
            </a:r>
          </a:p>
          <a:p>
            <a:pPr marL="540000" lvl="3" indent="-180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</a:pPr>
            <a:r>
              <a:rPr lang="en-US" noProof="0" dirty="0"/>
              <a:t>Fourth level</a:t>
            </a:r>
          </a:p>
          <a:p>
            <a:pPr marL="720000" lvl="4" indent="-179388" algn="l" defTabSz="598885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/>
            </a:pPr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1214350"/>
      </p:ext>
    </p:extLst>
  </p:cSld>
  <p:clrMapOvr>
    <a:masterClrMapping/>
  </p:clrMapOvr>
  <p:transition>
    <p:fade/>
  </p:transition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AF0D7E5-2029-3151-0D44-92D925760B0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31203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AF0D7E5-2029-3151-0D44-92D925760B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77579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sz="1200" b="0" kern="120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sz="1200" b="0" kern="120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sz="1200" b="0" kern="1200" baseline="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sz="1200" b="0" kern="1200" baseline="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marL="179388" lvl="1" indent="-179388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noProof="0" dirty="0"/>
              <a:t>Second level</a:t>
            </a:r>
          </a:p>
          <a:p>
            <a:pPr marL="360000" lvl="2" indent="-180975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</a:pPr>
            <a:r>
              <a:rPr lang="en-US" noProof="0" dirty="0"/>
              <a:t>Third level</a:t>
            </a:r>
          </a:p>
          <a:p>
            <a:pPr marL="540000" lvl="3" indent="-180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</a:pPr>
            <a:r>
              <a:rPr lang="en-US" noProof="0" dirty="0"/>
              <a:t>Fourth level</a:t>
            </a:r>
          </a:p>
          <a:p>
            <a:pPr marL="720000" lvl="4" indent="-179388" algn="l" defTabSz="598885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/>
            </a:pPr>
            <a:r>
              <a:rPr lang="en-US" noProof="0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86DEB7A-2D80-0936-9E40-8E28EEB0EB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67F64B02-86CD-B81B-86B2-05391A92AC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9EE392B-1FEE-21B0-181D-C9962A3FE8E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322320" y="1677579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sz="1200" b="0" kern="120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sz="1200" b="0" kern="120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sz="1200" b="0" kern="1200" baseline="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sz="1200" b="0" kern="1200" baseline="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marL="179388" lvl="1" indent="-179388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noProof="0" dirty="0"/>
              <a:t>Second level</a:t>
            </a:r>
          </a:p>
          <a:p>
            <a:pPr marL="360000" lvl="2" indent="-180975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</a:pPr>
            <a:r>
              <a:rPr lang="en-US" noProof="0" dirty="0"/>
              <a:t>Third level</a:t>
            </a:r>
          </a:p>
          <a:p>
            <a:pPr marL="540000" lvl="3" indent="-180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</a:pPr>
            <a:r>
              <a:rPr lang="en-US" noProof="0" dirty="0"/>
              <a:t>Fourth level</a:t>
            </a:r>
          </a:p>
          <a:p>
            <a:pPr marL="720000" lvl="4" indent="-179388" algn="l" defTabSz="598885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/>
            </a:pPr>
            <a:r>
              <a:rPr lang="en-US" noProof="0" dirty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C71861D-BC3F-2DAD-BA49-86947F937CC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87440" y="1677579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sz="1200" b="0" kern="120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sz="1200" b="0" kern="120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sz="1200" b="0" kern="1200" baseline="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sz="1200" b="0" kern="1200" baseline="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marL="179388" lvl="1" indent="-179388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noProof="0" dirty="0"/>
              <a:t>Second level</a:t>
            </a:r>
          </a:p>
          <a:p>
            <a:pPr marL="360000" lvl="2" indent="-180975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</a:pPr>
            <a:r>
              <a:rPr lang="en-US" noProof="0" dirty="0"/>
              <a:t>Third level</a:t>
            </a:r>
          </a:p>
          <a:p>
            <a:pPr marL="540000" lvl="3" indent="-180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</a:pPr>
            <a:r>
              <a:rPr lang="en-US" noProof="0" dirty="0"/>
              <a:t>Fourth level</a:t>
            </a:r>
          </a:p>
          <a:p>
            <a:pPr marL="720000" lvl="4" indent="-179388" algn="l" defTabSz="598885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/>
            </a:pPr>
            <a:r>
              <a:rPr lang="en-US" noProof="0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D62757C-35E9-6C73-1638-E2D99D8D412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052560" y="1677579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sz="1200" b="0" kern="120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sz="1200" b="0" kern="120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sz="1200" b="0" kern="1200" baseline="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sz="1200" b="0" kern="1200" baseline="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marL="179388" lvl="1" indent="-179388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noProof="0" dirty="0"/>
              <a:t>Second level</a:t>
            </a:r>
          </a:p>
          <a:p>
            <a:pPr marL="360000" lvl="2" indent="-180975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</a:pPr>
            <a:r>
              <a:rPr lang="en-US" noProof="0" dirty="0"/>
              <a:t>Third level</a:t>
            </a:r>
          </a:p>
          <a:p>
            <a:pPr marL="540000" lvl="3" indent="-180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</a:pPr>
            <a:r>
              <a:rPr lang="en-US" noProof="0" dirty="0"/>
              <a:t>Fourth level</a:t>
            </a:r>
          </a:p>
          <a:p>
            <a:pPr marL="720000" lvl="4" indent="-179388" algn="l" defTabSz="598885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/>
            </a:pPr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77942524"/>
      </p:ext>
    </p:extLst>
  </p:cSld>
  <p:clrMapOvr>
    <a:masterClrMapping/>
  </p:clrMapOvr>
  <p:transition>
    <p:fade/>
  </p:transition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3E4C1F1A-C2FD-0E2E-2497-1640B8CFB7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39920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4C1F1A-C2FD-0E2E-2497-1640B8CFB7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5352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45352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98040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79388" indent="-179388">
              <a:spcBef>
                <a:spcPts val="200"/>
              </a:spcBef>
              <a:spcAft>
                <a:spcPts val="200"/>
              </a:spcAft>
              <a:defRPr lang="en-US" sz="1200" b="0" kern="120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2pPr>
            <a:lvl3pPr marL="365760">
              <a:defRPr lang="en-US" sz="1200" b="0" kern="120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3pPr>
            <a:lvl4pPr marL="548640" indent="-182880">
              <a:defRPr lang="en-US" sz="1200" b="0" kern="1200" baseline="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4pPr>
            <a:lvl5pPr marL="731520">
              <a:defRPr lang="en-US" sz="1200" b="0" kern="1200" baseline="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marL="179388" lvl="1" indent="-179388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noProof="0" dirty="0"/>
              <a:t>Second level</a:t>
            </a:r>
          </a:p>
          <a:p>
            <a:pPr marL="360000" lvl="2" indent="-180975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</a:pPr>
            <a:r>
              <a:rPr lang="en-US" noProof="0" dirty="0"/>
              <a:t>Third level</a:t>
            </a:r>
          </a:p>
          <a:p>
            <a:pPr marL="540000" lvl="3" indent="-180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</a:pPr>
            <a:r>
              <a:rPr lang="en-US" noProof="0" dirty="0"/>
              <a:t>Fourth level</a:t>
            </a:r>
          </a:p>
          <a:p>
            <a:pPr marL="720000" lvl="4" indent="-179388" algn="l" defTabSz="598885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/>
            </a:pPr>
            <a:r>
              <a:rPr lang="en-US" noProof="0" dirty="0"/>
              <a:t>Fifth level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0744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79388" indent="-179388">
              <a:spcBef>
                <a:spcPts val="200"/>
              </a:spcBef>
              <a:spcAft>
                <a:spcPts val="200"/>
              </a:spcAft>
              <a:defRPr lang="en-US" sz="1200" b="0" kern="120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2pPr>
            <a:lvl3pPr marL="365760">
              <a:defRPr lang="en-US" sz="1200" b="0" kern="120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3pPr>
            <a:lvl4pPr marL="548640" indent="-182880">
              <a:defRPr lang="en-US" sz="1200" b="0" kern="1200" baseline="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4pPr>
            <a:lvl5pPr marL="731520">
              <a:defRPr lang="en-US" sz="1200" b="0" kern="1200" baseline="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marL="179388" lvl="1" indent="-179388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noProof="0" dirty="0"/>
              <a:t>Second level</a:t>
            </a:r>
          </a:p>
          <a:p>
            <a:pPr marL="360000" lvl="2" indent="-180975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</a:pPr>
            <a:r>
              <a:rPr lang="en-US" noProof="0" dirty="0"/>
              <a:t>Third level</a:t>
            </a:r>
          </a:p>
          <a:p>
            <a:pPr marL="540000" lvl="3" indent="-180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</a:pPr>
            <a:r>
              <a:rPr lang="en-US" noProof="0" dirty="0"/>
              <a:t>Fourth level</a:t>
            </a:r>
          </a:p>
          <a:p>
            <a:pPr marL="720000" lvl="4" indent="-179388" algn="l" defTabSz="598885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/>
            </a:pPr>
            <a:r>
              <a:rPr lang="en-US" noProof="0" dirty="0"/>
              <a:t>Fifth level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98040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79388" indent="-179388">
              <a:spcBef>
                <a:spcPts val="200"/>
              </a:spcBef>
              <a:spcAft>
                <a:spcPts val="200"/>
              </a:spcAft>
              <a:defRPr lang="en-US" sz="1200" b="0" kern="120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2pPr>
            <a:lvl3pPr marL="365760">
              <a:defRPr lang="en-US" sz="1200" b="0" kern="120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3pPr>
            <a:lvl4pPr marL="548640" indent="-182880">
              <a:defRPr lang="en-US" sz="1200" b="0" kern="1200" baseline="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4pPr>
            <a:lvl5pPr marL="731520">
              <a:defRPr lang="en-US" sz="1200" b="0" kern="1200" baseline="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marL="179388" lvl="1" indent="-179388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noProof="0" dirty="0"/>
              <a:t>Second level</a:t>
            </a:r>
          </a:p>
          <a:p>
            <a:pPr marL="360000" lvl="2" indent="-180975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</a:pPr>
            <a:r>
              <a:rPr lang="en-US" noProof="0" dirty="0"/>
              <a:t>Third level</a:t>
            </a:r>
          </a:p>
          <a:p>
            <a:pPr marL="540000" lvl="3" indent="-180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</a:pPr>
            <a:r>
              <a:rPr lang="en-US" noProof="0" dirty="0"/>
              <a:t>Fourth level</a:t>
            </a:r>
          </a:p>
          <a:p>
            <a:pPr marL="720000" lvl="4" indent="-179388" algn="l" defTabSz="598885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/>
            </a:pPr>
            <a:r>
              <a:rPr lang="en-US" noProof="0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54496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0000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98DB5DD3-41BE-3F94-9CAF-1C6AF307A27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00744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79388" indent="-179388">
              <a:spcBef>
                <a:spcPts val="200"/>
              </a:spcBef>
              <a:spcAft>
                <a:spcPts val="200"/>
              </a:spcAft>
              <a:defRPr lang="en-US" sz="1200" b="0" kern="120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2pPr>
            <a:lvl3pPr marL="365760">
              <a:defRPr lang="en-US" sz="1200" b="0" kern="120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3pPr>
            <a:lvl4pPr marL="548640" indent="-182880">
              <a:defRPr lang="en-US" sz="1200" b="0" kern="1200" baseline="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4pPr>
            <a:lvl5pPr marL="731520">
              <a:defRPr lang="en-US" sz="1200" b="0" kern="1200" baseline="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marL="179388" lvl="1" indent="-179388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noProof="0" dirty="0"/>
              <a:t>Second level</a:t>
            </a:r>
          </a:p>
          <a:p>
            <a:pPr marL="360000" lvl="2" indent="-180975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</a:pPr>
            <a:r>
              <a:rPr lang="en-US" noProof="0" dirty="0"/>
              <a:t>Third level</a:t>
            </a:r>
          </a:p>
          <a:p>
            <a:pPr marL="540000" lvl="3" indent="-180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</a:pPr>
            <a:r>
              <a:rPr lang="en-US" noProof="0" dirty="0"/>
              <a:t>Fourth level</a:t>
            </a:r>
          </a:p>
          <a:p>
            <a:pPr marL="720000" lvl="4" indent="-179388" algn="l" defTabSz="598885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/>
            </a:pPr>
            <a:r>
              <a:rPr lang="en-US" noProof="0" dirty="0"/>
              <a:t>Fifth level</a:t>
            </a:r>
          </a:p>
        </p:txBody>
      </p: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7685A54B-009E-7531-D093-9C1E6AA6E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F09F11E-B446-F54E-C136-D44C717D20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576146990"/>
      </p:ext>
    </p:extLst>
  </p:cSld>
  <p:clrMapOvr>
    <a:masterClrMapping/>
  </p:clrMapOvr>
  <p:transition>
    <p:fade/>
  </p:transition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A7C7A401-E3C4-4448-BB60-24DC9B089C7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02339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C7A401-E3C4-4448-BB60-24DC9B089C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DFBE7610-ECB4-CA89-5B4C-9B0C6E8A570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6E7011BF-A32B-4689-4585-D2226C8A39D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78000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BEB426A-016F-1B65-1168-FF2235F36C2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0000" indent="-18000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sz="1200" b="0" kern="120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sz="1200" b="0" kern="1200" baseline="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sz="1200" b="0" kern="1200" baseline="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marL="360000" lvl="2" indent="-180975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</a:pPr>
            <a:r>
              <a:rPr lang="en-US" noProof="0" dirty="0"/>
              <a:t>Third level</a:t>
            </a:r>
          </a:p>
          <a:p>
            <a:pPr marL="540000" lvl="3" indent="-180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</a:pPr>
            <a:r>
              <a:rPr lang="en-US" noProof="0" dirty="0"/>
              <a:t>Fourth level</a:t>
            </a:r>
          </a:p>
          <a:p>
            <a:pPr marL="720000" lvl="4" indent="-179388" algn="l" defTabSz="598885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/>
            </a:pPr>
            <a:r>
              <a:rPr lang="en-US" noProof="0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843CBCEE-6AB3-6F31-A1DF-F3F88E175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8D7B41BD-8ED5-299A-47F6-EACF78AFCB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E79773-3B23-90E9-4D48-A5FDB54800E7}"/>
              </a:ext>
            </a:extLst>
          </p:cNvPr>
          <p:cNvSpPr/>
          <p:nvPr/>
        </p:nvSpPr>
        <p:spPr>
          <a:xfrm>
            <a:off x="6245352" y="1677307"/>
            <a:ext cx="5508000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2B04A7-88BB-C053-00D5-6E084E746EAB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46306D7-050B-5308-5E5B-4221EF4A7F66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6245352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sz="1200" b="0" kern="120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sz="1200" b="0" kern="120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sz="1200" b="0" kern="1200" baseline="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sz="1200" b="0" kern="1200" baseline="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marL="180000" lvl="1" indent="-180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</a:pPr>
            <a:r>
              <a:rPr lang="en-US" noProof="0" dirty="0"/>
              <a:t>Second level</a:t>
            </a:r>
          </a:p>
          <a:p>
            <a:pPr marL="360000" lvl="2" indent="-180975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</a:pPr>
            <a:r>
              <a:rPr lang="en-US" noProof="0" dirty="0"/>
              <a:t>Third level</a:t>
            </a:r>
          </a:p>
          <a:p>
            <a:pPr marL="540000" lvl="3" indent="-180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</a:pPr>
            <a:r>
              <a:rPr lang="en-US" noProof="0" dirty="0"/>
              <a:t>Fourth level</a:t>
            </a:r>
          </a:p>
          <a:p>
            <a:pPr marL="720000" lvl="4" indent="-179388" algn="l" defTabSz="598885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/>
            </a:pPr>
            <a:r>
              <a:rPr lang="en-US" noProof="0" dirty="0"/>
              <a:t>Fifth level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6DE0135C-F9C3-EE2B-FE85-1B28EA0EBB82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>
            <a:lvl1pPr>
              <a:defRPr lang="en-US" sz="1200" b="0" kern="120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1pPr>
            <a:lvl2pPr marL="179388" indent="-179388">
              <a:defRPr lang="en-US" sz="1200" b="0" kern="120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2pPr>
            <a:lvl3pPr>
              <a:defRPr lang="en-US" sz="1200" b="0" kern="120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3pPr>
            <a:lvl4pPr>
              <a:defRPr lang="en-US" sz="1200" b="0" kern="1200" baseline="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4pPr>
            <a:lvl5pPr marL="720000" indent="-179388">
              <a:defRPr lang="en-US" sz="1200" b="0" kern="1200" baseline="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marL="179388" lvl="1" indent="-179388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noProof="0" dirty="0"/>
              <a:t>Second level</a:t>
            </a:r>
          </a:p>
          <a:p>
            <a:pPr marL="360000" lvl="2" indent="-180975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</a:pPr>
            <a:r>
              <a:rPr lang="en-US" noProof="0" dirty="0"/>
              <a:t>Third level</a:t>
            </a:r>
          </a:p>
          <a:p>
            <a:pPr marL="540000" lvl="3" indent="-180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</a:pPr>
            <a:r>
              <a:rPr lang="en-US" noProof="0" dirty="0"/>
              <a:t>Fourth level</a:t>
            </a:r>
          </a:p>
          <a:p>
            <a:pPr marL="720000" lvl="4" indent="-179388" algn="l" defTabSz="598885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/>
            </a:pPr>
            <a:r>
              <a:rPr lang="en-US" noProof="0" dirty="0"/>
              <a:t>Fifth level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59E80491-83AB-C6B3-9191-54EDF5F4418A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39258" y="1876425"/>
            <a:ext cx="3922713" cy="1482725"/>
          </a:xfrm>
        </p:spPr>
        <p:txBody>
          <a:bodyPr/>
          <a:lstStyle>
            <a:lvl1pPr>
              <a:defRPr lang="en-US" sz="1200" b="0" kern="120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1pPr>
            <a:lvl2pPr marL="179388" indent="-179388">
              <a:defRPr lang="en-US" sz="1200" b="0" kern="120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2pPr>
            <a:lvl3pPr>
              <a:defRPr lang="en-US" sz="1200" b="0" kern="120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3pPr>
            <a:lvl4pPr>
              <a:defRPr lang="en-US" sz="1200" b="0" kern="1200" baseline="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4pPr>
            <a:lvl5pPr marL="720000" indent="-179388">
              <a:defRPr lang="en-US" sz="1200" b="0" kern="1200" baseline="0" noProof="0" dirty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marL="179388" lvl="1" indent="-179388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noProof="0" dirty="0"/>
              <a:t>Second level</a:t>
            </a:r>
          </a:p>
          <a:p>
            <a:pPr marL="360000" lvl="2" indent="-180975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</a:pPr>
            <a:r>
              <a:rPr lang="en-US" noProof="0" dirty="0"/>
              <a:t>Third level</a:t>
            </a:r>
          </a:p>
          <a:p>
            <a:pPr marL="540000" lvl="3" indent="-180000" algn="l" defTabSz="6858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</a:pPr>
            <a:r>
              <a:rPr lang="en-US" noProof="0" dirty="0"/>
              <a:t>Fourth level</a:t>
            </a:r>
          </a:p>
          <a:p>
            <a:pPr marL="720000" lvl="4" indent="-179388" algn="l" defTabSz="598885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/>
            </a:pPr>
            <a:r>
              <a:rPr lang="en-US" noProof="0" dirty="0"/>
              <a:t>Fifth level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259868"/>
      </p:ext>
    </p:extLst>
  </p:cSld>
  <p:clrMapOvr>
    <a:masterClrMapping/>
  </p:clrMapOvr>
  <p:transition>
    <p:fade/>
  </p:transition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7952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" name="Picture 1" descr="Deloitte logo">
            <a:extLst>
              <a:ext uri="{FF2B5EF4-FFF2-40B4-BE49-F238E27FC236}">
                <a16:creationId xmlns:a16="http://schemas.microsoft.com/office/drawing/2014/main" id="{4C074566-129B-653D-CAB9-0DAF93F2A1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692" y="-5466"/>
            <a:ext cx="2779773" cy="13082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97BE4A-B292-BB8E-3093-6103DA403E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26371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ags" Target="../tags/tag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ags" Target="../tags/tag2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30"/>
            </p:custDataLst>
            <p:extLst>
              <p:ext uri="{D42A27DB-BD31-4B8C-83A1-F6EECF244321}">
                <p14:modId xmlns:p14="http://schemas.microsoft.com/office/powerpoint/2010/main" val="2630452337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2" imgW="270" imgH="270" progId="TCLayout.ActiveDocument.1">
                  <p:embed/>
                </p:oleObj>
              </mc:Choice>
              <mc:Fallback>
                <p:oleObj name="think-cell Slide" r:id="rId32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57200" y="345664"/>
            <a:ext cx="11274552" cy="3401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8" name="Copyright"/>
          <p:cNvSpPr txBox="1"/>
          <p:nvPr/>
        </p:nvSpPr>
        <p:spPr>
          <a:xfrm>
            <a:off x="457200" y="6519672"/>
            <a:ext cx="535516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 dirty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Deloitte 2025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60093" y="1679602"/>
            <a:ext cx="11274552" cy="46619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rgbClr val="75787B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empower - DO NOT DELETE!!!" hidden="1">
            <a:extLst>
              <a:ext uri="{FF2B5EF4-FFF2-40B4-BE49-F238E27FC236}">
                <a16:creationId xmlns:a16="http://schemas.microsoft.com/office/drawing/2014/main" id="{23DF5DDE-5786-C276-C4C4-98439574972A}"/>
              </a:ext>
            </a:extLst>
          </p:cNvPr>
          <p:cNvSpPr/>
          <p:nvPr userDrawn="1">
            <p:custDataLst>
              <p:tags r:id="rId31"/>
            </p:custDataLst>
          </p:nvPr>
        </p:nvSpPr>
        <p:spPr bwMode="gray">
          <a:xfrm>
            <a:off x="0" y="0"/>
            <a:ext cx="0" cy="0"/>
          </a:xfrm>
          <a:prstGeom prst="ellipse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de-DE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2240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6" r:id="rId1"/>
    <p:sldLayoutId id="2147484228" r:id="rId2"/>
    <p:sldLayoutId id="2147484230" r:id="rId3"/>
    <p:sldLayoutId id="2147484231" r:id="rId4"/>
    <p:sldLayoutId id="2147484232" r:id="rId5"/>
    <p:sldLayoutId id="2147484233" r:id="rId6"/>
    <p:sldLayoutId id="2147484234" r:id="rId7"/>
    <p:sldLayoutId id="2147484257" r:id="rId8"/>
    <p:sldLayoutId id="2147484235" r:id="rId9"/>
    <p:sldLayoutId id="2147484236" r:id="rId10"/>
    <p:sldLayoutId id="2147484237" r:id="rId11"/>
    <p:sldLayoutId id="2147484238" r:id="rId12"/>
    <p:sldLayoutId id="2147484239" r:id="rId13"/>
    <p:sldLayoutId id="2147484240" r:id="rId14"/>
    <p:sldLayoutId id="2147484241" r:id="rId15"/>
    <p:sldLayoutId id="2147484242" r:id="rId16"/>
    <p:sldLayoutId id="2147484243" r:id="rId17"/>
    <p:sldLayoutId id="2147484244" r:id="rId18"/>
    <p:sldLayoutId id="2147484246" r:id="rId19"/>
    <p:sldLayoutId id="2147484247" r:id="rId20"/>
    <p:sldLayoutId id="2147484248" r:id="rId21"/>
    <p:sldLayoutId id="2147484249" r:id="rId22"/>
    <p:sldLayoutId id="2147484250" r:id="rId23"/>
    <p:sldLayoutId id="2147484251" r:id="rId24"/>
    <p:sldLayoutId id="2147484252" r:id="rId25"/>
    <p:sldLayoutId id="2147484253" r:id="rId26"/>
    <p:sldLayoutId id="2147484254" r:id="rId27"/>
    <p:sldLayoutId id="2147484255" r:id="rId28"/>
  </p:sldLayoutIdLst>
  <p:transition>
    <p:fade/>
  </p:transition>
  <p:hf hdr="0" dt="0"/>
  <p:txStyles>
    <p:titleStyle>
      <a:lvl1pPr algn="l" defTabSz="6858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Aptos" panose="020B0004020202020204" pitchFamily="34" charset="0"/>
          <a:ea typeface="+mj-ea"/>
          <a:cs typeface="Calibri Light" panose="020F030202020403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SzPct val="100000"/>
        <a:buFontTx/>
        <a:buNone/>
        <a:defRPr sz="1200" b="0" kern="120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1pPr>
      <a:lvl2pPr marL="179388" indent="-179388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•"/>
        <a:defRPr lang="en-US" sz="1200" b="0" kern="120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2pPr>
      <a:lvl3pPr marL="360363" indent="-180975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defRPr lang="en-US" sz="1200" b="0" kern="120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3pPr>
      <a:lvl4pPr marL="538163" indent="-18000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◦"/>
        <a:defRPr lang="en-US" sz="1200" b="0" kern="1200" baseline="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4pPr>
      <a:lvl5pPr marL="720000" indent="-179388" algn="l" defTabSz="598885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tabLst/>
        <a:defRPr lang="en-US" sz="1200" b="0" kern="1200" baseline="0" dirty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5pPr>
      <a:lvl6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85" pos="3936" userDrawn="1">
          <p15:clr>
            <a:srgbClr val="F26B43"/>
          </p15:clr>
        </p15:guide>
        <p15:guide id="86" orient="horz" pos="4008" userDrawn="1">
          <p15:clr>
            <a:srgbClr val="F26B43"/>
          </p15:clr>
        </p15:guide>
        <p15:guide id="87" orient="horz" pos="4104" userDrawn="1">
          <p15:clr>
            <a:srgbClr val="F26B43"/>
          </p15:clr>
        </p15:guide>
        <p15:guide id="88" orient="horz" pos="1056" userDrawn="1">
          <p15:clr>
            <a:srgbClr val="F26B43"/>
          </p15:clr>
        </p15:guide>
        <p15:guide id="89" pos="3840" userDrawn="1">
          <p15:clr>
            <a:srgbClr val="F26B43"/>
          </p15:clr>
        </p15:guide>
        <p15:guide id="90" pos="7392" userDrawn="1">
          <p15:clr>
            <a:srgbClr val="F26B43"/>
          </p15:clr>
        </p15:guide>
        <p15:guide id="91" orient="horz" pos="216" userDrawn="1">
          <p15:clr>
            <a:srgbClr val="F26B43"/>
          </p15:clr>
        </p15:guide>
        <p15:guide id="92" orient="horz" pos="432" userDrawn="1">
          <p15:clr>
            <a:srgbClr val="F26B43"/>
          </p15:clr>
        </p15:guide>
        <p15:guide id="93" pos="288" userDrawn="1">
          <p15:clr>
            <a:srgbClr val="F26B43"/>
          </p15:clr>
        </p15:guide>
        <p15:guide id="94" pos="37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image" Target="../media/image7.emf"/><Relationship Id="rId18" Type="http://schemas.openxmlformats.org/officeDocument/2006/relationships/image" Target="../media/image12.png"/><Relationship Id="rId3" Type="http://schemas.openxmlformats.org/officeDocument/2006/relationships/tags" Target="../tags/tag23.xml"/><Relationship Id="rId21" Type="http://schemas.openxmlformats.org/officeDocument/2006/relationships/hyperlink" Target="https://deudeloitte.sharepoint.com/sites/DOL-c-DE-EventExperiencePlatform/SitePages/Deloitte-Event-Experience.aspx?env=WebView" TargetMode="External"/><Relationship Id="rId7" Type="http://schemas.openxmlformats.org/officeDocument/2006/relationships/tags" Target="../tags/tag27.xml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11.png"/><Relationship Id="rId2" Type="http://schemas.openxmlformats.org/officeDocument/2006/relationships/tags" Target="../tags/tag22.xml"/><Relationship Id="rId16" Type="http://schemas.openxmlformats.org/officeDocument/2006/relationships/image" Target="../media/image10.jpeg"/><Relationship Id="rId20" Type="http://schemas.openxmlformats.org/officeDocument/2006/relationships/image" Target="../media/image14.png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notesSlide" Target="../notesSlides/notesSlide1.xml"/><Relationship Id="rId5" Type="http://schemas.openxmlformats.org/officeDocument/2006/relationships/tags" Target="../tags/tag25.xml"/><Relationship Id="rId15" Type="http://schemas.openxmlformats.org/officeDocument/2006/relationships/image" Target="../media/image9.jpeg"/><Relationship Id="rId10" Type="http://schemas.openxmlformats.org/officeDocument/2006/relationships/slideLayout" Target="../slideLayouts/slideLayout12.xml"/><Relationship Id="rId19" Type="http://schemas.openxmlformats.org/officeDocument/2006/relationships/image" Target="../media/image13.png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7292C1AB-1027-8038-6029-221ECC2BC30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03765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408" imgH="408" progId="TCLayout.ActiveDocument.1">
                  <p:embed/>
                </p:oleObj>
              </mc:Choice>
              <mc:Fallback>
                <p:oleObj name="think-cell Slide" r:id="rId12" imgW="408" imgH="408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292C1AB-1027-8038-6029-221ECC2BC3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7A27BA3-2B29-879F-DAC9-9A4B152517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684000"/>
            <a:ext cx="9229940" cy="757255"/>
          </a:xfrm>
        </p:spPr>
        <p:txBody>
          <a:bodyPr/>
          <a:lstStyle/>
          <a:p>
            <a:r>
              <a:rPr lang="de-DE" dirty="0"/>
              <a:t>Über 10.000 User haben bereits die neue Event-App aufgerufen - für unternehmensweite Skalierung, Weiterentwicklung und nachhaltigen Support ist Sponsoring erforderlich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0B70E9C-7C10-4B12-3D9A-78B306097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 dirty="0"/>
              <a:t>DEX Event App – Laufender produktiver Pilot für internes Teilnehmermanagement</a:t>
            </a:r>
          </a:p>
        </p:txBody>
      </p:sp>
      <p:pic>
        <p:nvPicPr>
          <p:cNvPr id="1076" name="Picture 4">
            <a:extLst>
              <a:ext uri="{FF2B5EF4-FFF2-40B4-BE49-F238E27FC236}">
                <a16:creationId xmlns:a16="http://schemas.microsoft.com/office/drawing/2014/main" id="{2E54194A-3CE8-8CA0-3EB4-392836A5D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6524" y="376417"/>
            <a:ext cx="309383" cy="309383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3A1067DC-80E5-3AD1-9443-EFF37CA37987}"/>
              </a:ext>
            </a:extLst>
          </p:cNvPr>
          <p:cNvSpPr/>
          <p:nvPr/>
        </p:nvSpPr>
        <p:spPr bwMode="gray">
          <a:xfrm>
            <a:off x="10305905" y="376417"/>
            <a:ext cx="1497645" cy="309383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  <a:buFont typeface="Wingdings 2" pitchFamily="18" charset="2"/>
              <a:buNone/>
            </a:pPr>
            <a:r>
              <a:rPr lang="de-DE" sz="1200" dirty="0"/>
              <a:t>Eike Brenneisen</a:t>
            </a:r>
          </a:p>
        </p:txBody>
      </p:sp>
      <p:grpSp>
        <p:nvGrpSpPr>
          <p:cNvPr id="1079" name="Group 1078">
            <a:extLst>
              <a:ext uri="{FF2B5EF4-FFF2-40B4-BE49-F238E27FC236}">
                <a16:creationId xmlns:a16="http://schemas.microsoft.com/office/drawing/2014/main" id="{A9F0EF05-8093-CF20-5814-3EFF6CCF35FC}"/>
              </a:ext>
            </a:extLst>
          </p:cNvPr>
          <p:cNvGrpSpPr/>
          <p:nvPr/>
        </p:nvGrpSpPr>
        <p:grpSpPr>
          <a:xfrm>
            <a:off x="9996522" y="754144"/>
            <a:ext cx="1807028" cy="309383"/>
            <a:chOff x="9996522" y="1131872"/>
            <a:chExt cx="1807028" cy="309383"/>
          </a:xfrm>
        </p:grpSpPr>
        <p:pic>
          <p:nvPicPr>
            <p:cNvPr id="1078" name="Picture 8">
              <a:extLst>
                <a:ext uri="{FF2B5EF4-FFF2-40B4-BE49-F238E27FC236}">
                  <a16:creationId xmlns:a16="http://schemas.microsoft.com/office/drawing/2014/main" id="{045B1D0F-FFE4-E955-21AE-C200433576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96522" y="1131872"/>
              <a:ext cx="309383" cy="309383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6E16B72-45F7-DC34-7760-C35068E89EE4}"/>
                </a:ext>
              </a:extLst>
            </p:cNvPr>
            <p:cNvSpPr/>
            <p:nvPr/>
          </p:nvSpPr>
          <p:spPr bwMode="gray">
            <a:xfrm>
              <a:off x="10305905" y="1131872"/>
              <a:ext cx="1497645" cy="309383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>
                <a:lnSpc>
                  <a:spcPct val="106000"/>
                </a:lnSpc>
                <a:buFont typeface="Wingdings 2" pitchFamily="18" charset="2"/>
                <a:buNone/>
              </a:pPr>
              <a:r>
                <a:rPr lang="de-DE" sz="1200" dirty="0"/>
                <a:t>Andreas Enk</a:t>
              </a:r>
            </a:p>
          </p:txBody>
        </p:sp>
      </p:grpSp>
      <p:grpSp>
        <p:nvGrpSpPr>
          <p:cNvPr id="1080" name="Group 1079">
            <a:extLst>
              <a:ext uri="{FF2B5EF4-FFF2-40B4-BE49-F238E27FC236}">
                <a16:creationId xmlns:a16="http://schemas.microsoft.com/office/drawing/2014/main" id="{9B2DB836-E297-45B0-4A94-E59EAC95EFB3}"/>
              </a:ext>
            </a:extLst>
          </p:cNvPr>
          <p:cNvGrpSpPr/>
          <p:nvPr/>
        </p:nvGrpSpPr>
        <p:grpSpPr>
          <a:xfrm>
            <a:off x="9996524" y="1131872"/>
            <a:ext cx="1807026" cy="309383"/>
            <a:chOff x="9996524" y="754144"/>
            <a:chExt cx="1807026" cy="309383"/>
          </a:xfrm>
        </p:grpSpPr>
        <p:pic>
          <p:nvPicPr>
            <p:cNvPr id="1077" name="Picture 6">
              <a:extLst>
                <a:ext uri="{FF2B5EF4-FFF2-40B4-BE49-F238E27FC236}">
                  <a16:creationId xmlns:a16="http://schemas.microsoft.com/office/drawing/2014/main" id="{CD781E77-6E08-6F3C-FB68-98263455AE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96524" y="754144"/>
              <a:ext cx="309383" cy="309383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962166C-938E-CED5-8050-D19A6DF5BBFE}"/>
                </a:ext>
              </a:extLst>
            </p:cNvPr>
            <p:cNvSpPr/>
            <p:nvPr/>
          </p:nvSpPr>
          <p:spPr bwMode="gray">
            <a:xfrm>
              <a:off x="10305905" y="754144"/>
              <a:ext cx="1497645" cy="309383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>
                <a:lnSpc>
                  <a:spcPct val="106000"/>
                </a:lnSpc>
                <a:buFont typeface="Wingdings 2" pitchFamily="18" charset="2"/>
                <a:buNone/>
              </a:pPr>
              <a:r>
                <a:rPr lang="de-DE" sz="1200" dirty="0"/>
                <a:t>Nils Felten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08EBE064-08F3-0E61-3205-4DA74B4FD196}"/>
              </a:ext>
            </a:extLst>
          </p:cNvPr>
          <p:cNvSpPr txBox="1"/>
          <p:nvPr/>
        </p:nvSpPr>
        <p:spPr>
          <a:xfrm>
            <a:off x="457199" y="2612558"/>
            <a:ext cx="4651189" cy="180049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de-DE" sz="1200" b="1" dirty="0">
                <a:solidFill>
                  <a:schemeClr val="accent4"/>
                </a:solidFill>
              </a:rPr>
              <a:t>Ausgangssituation: </a:t>
            </a:r>
            <a:r>
              <a:rPr lang="de-DE" sz="1200" i="1" dirty="0"/>
              <a:t>Bisher hoher manueller Aufwand uneinheitliche Prozesse &amp; dezentrale Tools</a:t>
            </a:r>
            <a:endParaRPr lang="de-DE" sz="1200" dirty="0"/>
          </a:p>
          <a:p>
            <a:pPr marL="179388" indent="-1793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200" dirty="0"/>
              <a:t>Bei „größeren Events“ individueller Setup: </a:t>
            </a:r>
            <a:r>
              <a:rPr lang="de-DE" sz="1200" b="1" dirty="0"/>
              <a:t>5-10 PT pro Event DTECH Aufwand </a:t>
            </a:r>
            <a:r>
              <a:rPr lang="de-DE" sz="1200" dirty="0"/>
              <a:t>für Aufbau Anmeldemaske und Workflows</a:t>
            </a:r>
          </a:p>
          <a:p>
            <a:pPr marL="179388" indent="-1793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200" dirty="0"/>
              <a:t>Bei „kleineren Events“ (&lt;100 TN) Nutzung Outlook, oder externer, teils nicht datenschutzkonformer Tools (bspw. Google Forms) </a:t>
            </a:r>
          </a:p>
          <a:p>
            <a:pPr marL="179388" indent="-1793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200" dirty="0"/>
              <a:t>Für alle Events hohe operative Einbindung der Assistenzen insb. für Abmeldungen und Handling Warteliste </a:t>
            </a:r>
            <a:r>
              <a:rPr lang="de-DE" sz="1200" b="1" dirty="0"/>
              <a:t>(&gt;3 PT pro Event)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2A27633-9E31-5738-F9E9-518184504C51}"/>
              </a:ext>
            </a:extLst>
          </p:cNvPr>
          <p:cNvSpPr/>
          <p:nvPr/>
        </p:nvSpPr>
        <p:spPr bwMode="gray">
          <a:xfrm>
            <a:off x="457199" y="1456228"/>
            <a:ext cx="8956364" cy="9309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  <a:buFont typeface="Wingdings 2" pitchFamily="18" charset="2"/>
              <a:buNone/>
            </a:pPr>
            <a:r>
              <a:rPr lang="de-DE" sz="1200" dirty="0"/>
              <a:t>Für interne Deloitte-Events sowie externe Veranstaltungen mit Deloitte-Beteiligung existierte bislang </a:t>
            </a:r>
            <a:r>
              <a:rPr lang="de-DE" sz="1200" b="1" dirty="0"/>
              <a:t>kein zentrales Teilnehmermanagement</a:t>
            </a:r>
            <a:r>
              <a:rPr lang="de-DE" sz="1200" dirty="0"/>
              <a:t>. Jedes Event nutzt eigene (teilweise unter Einbindung von DTECH), manuelle oder externe Lösungen – mit hohem Aufwand, Medienbrüchen und Datenschutzrisiken. </a:t>
            </a:r>
            <a:r>
              <a:rPr lang="de-DE" sz="1200" b="1" dirty="0"/>
              <a:t>DEX bietet einen einheitlichen Ansatz</a:t>
            </a:r>
            <a:r>
              <a:rPr lang="de-DE" sz="1200" dirty="0"/>
              <a:t>, um diese Events künftig zentral zu organisieren, Anmeldungen zu automatisieren und Compliance-konform zu verwalten.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5164F00-560C-C2F2-BD28-1238B1D320D0}"/>
              </a:ext>
            </a:extLst>
          </p:cNvPr>
          <p:cNvSpPr/>
          <p:nvPr/>
        </p:nvSpPr>
        <p:spPr bwMode="gray">
          <a:xfrm>
            <a:off x="256247" y="1753408"/>
            <a:ext cx="264817" cy="264817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bg1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de-DE" sz="2000" b="1" dirty="0">
                <a:solidFill>
                  <a:schemeClr val="bg1"/>
                </a:solidFill>
              </a:rPr>
              <a:t>!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71D514E-41CD-9AB9-A7CB-2D31454FFA5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513552" y="1641335"/>
            <a:ext cx="2221248" cy="125774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1847709F-444F-DB51-F716-B1FA7F9E55C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13552" y="2540787"/>
            <a:ext cx="2221248" cy="1249452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A61DA3C-1A2C-79EC-B437-6BD4CBF570C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513552" y="3956077"/>
            <a:ext cx="2221248" cy="894396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35C319B0-6D65-1979-4960-4AB0D7D3215F}"/>
              </a:ext>
            </a:extLst>
          </p:cNvPr>
          <p:cNvSpPr/>
          <p:nvPr/>
        </p:nvSpPr>
        <p:spPr bwMode="gray">
          <a:xfrm>
            <a:off x="9596230" y="1824303"/>
            <a:ext cx="2135521" cy="2268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de-DE" sz="1200" i="1" dirty="0">
                <a:solidFill>
                  <a:schemeClr val="accent4"/>
                </a:solidFill>
              </a:rPr>
              <a:t>Moderne App-Oberfläche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4E1CA68-E957-F727-8CC7-A035066DEC2B}"/>
              </a:ext>
            </a:extLst>
          </p:cNvPr>
          <p:cNvSpPr/>
          <p:nvPr/>
        </p:nvSpPr>
        <p:spPr bwMode="gray">
          <a:xfrm>
            <a:off x="9596230" y="3399504"/>
            <a:ext cx="2135521" cy="2268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18000" tIns="88900" rIns="18000" bIns="88900" rtlCol="0" anchor="ctr"/>
          <a:lstStyle/>
          <a:p>
            <a:pPr algn="ctr">
              <a:lnSpc>
                <a:spcPct val="106000"/>
              </a:lnSpc>
            </a:pPr>
            <a:r>
              <a:rPr lang="de-DE" sz="1200" i="1" dirty="0">
                <a:solidFill>
                  <a:schemeClr val="accent4"/>
                </a:solidFill>
              </a:rPr>
              <a:t>Einfache Anmeldemasken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F737ABB-688D-0344-196C-688709C0A06E}"/>
              </a:ext>
            </a:extLst>
          </p:cNvPr>
          <p:cNvSpPr/>
          <p:nvPr/>
        </p:nvSpPr>
        <p:spPr bwMode="gray">
          <a:xfrm>
            <a:off x="9596230" y="4504538"/>
            <a:ext cx="2135521" cy="4392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18000" tIns="88900" rIns="18000" bIns="88900" rtlCol="0" anchor="ctr"/>
          <a:lstStyle/>
          <a:p>
            <a:pPr algn="ctr">
              <a:lnSpc>
                <a:spcPct val="106000"/>
              </a:lnSpc>
            </a:pPr>
            <a:r>
              <a:rPr lang="de-DE" sz="1200" i="1" dirty="0">
                <a:solidFill>
                  <a:schemeClr val="accent4"/>
                </a:solidFill>
              </a:rPr>
              <a:t>Automatische </a:t>
            </a:r>
            <a:r>
              <a:rPr lang="de-DE" sz="1200" i="1" dirty="0" err="1">
                <a:solidFill>
                  <a:schemeClr val="accent4"/>
                </a:solidFill>
              </a:rPr>
              <a:t>Sharepoint</a:t>
            </a:r>
            <a:r>
              <a:rPr lang="de-DE" sz="1200" i="1" dirty="0">
                <a:solidFill>
                  <a:schemeClr val="accent4"/>
                </a:solidFill>
              </a:rPr>
              <a:t>-Listen der Teilnehmer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A01A425A-569F-27CC-9485-F5FF492D61A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96231" y="5176095"/>
            <a:ext cx="807458" cy="1305488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17705646-BBC0-946C-0661-FBE2D6046A16}"/>
              </a:ext>
            </a:extLst>
          </p:cNvPr>
          <p:cNvSpPr/>
          <p:nvPr/>
        </p:nvSpPr>
        <p:spPr bwMode="gray">
          <a:xfrm>
            <a:off x="9596230" y="5983078"/>
            <a:ext cx="2135521" cy="4392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de-DE" sz="1200" i="1" dirty="0">
                <a:solidFill>
                  <a:schemeClr val="accent4"/>
                </a:solidFill>
              </a:rPr>
              <a:t>Automatische Mails und Kalendereinträge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BF7F38C-DF75-795D-FE6D-1A3C74EFA25B}"/>
              </a:ext>
            </a:extLst>
          </p:cNvPr>
          <p:cNvSpPr/>
          <p:nvPr/>
        </p:nvSpPr>
        <p:spPr bwMode="gray">
          <a:xfrm>
            <a:off x="1174733" y="3133590"/>
            <a:ext cx="2069431" cy="33001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de-DE" sz="1400" b="1" dirty="0">
              <a:solidFill>
                <a:schemeClr val="accent4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8930739-D763-1C0E-119B-91626C3AB770}"/>
              </a:ext>
            </a:extLst>
          </p:cNvPr>
          <p:cNvSpPr txBox="1"/>
          <p:nvPr/>
        </p:nvSpPr>
        <p:spPr>
          <a:xfrm>
            <a:off x="5208376" y="2612558"/>
            <a:ext cx="4268957" cy="1800493"/>
          </a:xfrm>
          <a:prstGeom prst="rect">
            <a:avLst/>
          </a:prstGeom>
          <a:solidFill>
            <a:schemeClr val="bg1"/>
          </a:solidFill>
        </p:spPr>
        <p:txBody>
          <a:bodyPr wrap="square" lIns="72000" rIns="72000">
            <a:noAutofit/>
          </a:bodyPr>
          <a:lstStyle/>
          <a:p>
            <a:pPr>
              <a:spcAft>
                <a:spcPts val="600"/>
              </a:spcAft>
            </a:pPr>
            <a:r>
              <a:rPr lang="de-DE" sz="1200" b="1" dirty="0">
                <a:solidFill>
                  <a:schemeClr val="accent4"/>
                </a:solidFill>
              </a:rPr>
              <a:t>Lösung &amp; Proof </a:t>
            </a:r>
            <a:r>
              <a:rPr lang="de-DE" sz="1200" b="1" dirty="0" err="1">
                <a:solidFill>
                  <a:schemeClr val="accent4"/>
                </a:solidFill>
              </a:rPr>
              <a:t>of</a:t>
            </a:r>
            <a:r>
              <a:rPr lang="de-DE" sz="1200" b="1" dirty="0">
                <a:solidFill>
                  <a:schemeClr val="accent4"/>
                </a:solidFill>
              </a:rPr>
              <a:t> Concept: </a:t>
            </a:r>
            <a:r>
              <a:rPr lang="de-DE" sz="1200" dirty="0"/>
              <a:t>Einheitliches Management über die </a:t>
            </a:r>
            <a:r>
              <a:rPr lang="de-DE" sz="1200" b="1" dirty="0"/>
              <a:t>DEX Event App (MS </a:t>
            </a:r>
            <a:r>
              <a:rPr lang="de-DE" sz="1200" b="1" dirty="0" err="1"/>
              <a:t>PowerApp</a:t>
            </a:r>
            <a:r>
              <a:rPr lang="de-DE" sz="1200" b="1" dirty="0"/>
              <a:t>  + SP)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200" dirty="0"/>
              <a:t>Eventerstellung &lt;1h – danach geringe operative Mitwirkung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200" dirty="0"/>
              <a:t>Automatisierte An-/Abmeldung inkl. Warteliste, geringere No-Show Quote, bessere Kommunikation </a:t>
            </a:r>
            <a:r>
              <a:rPr lang="de-DE" sz="1200"/>
              <a:t>und Transparenz</a:t>
            </a:r>
            <a:endParaRPr lang="de-DE" sz="1200" dirty="0"/>
          </a:p>
          <a:p>
            <a:pPr marL="179388" indent="-1793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200" dirty="0"/>
              <a:t>Standardisierte Struktur &amp; BR-konforme Datenerhebung</a:t>
            </a:r>
          </a:p>
          <a:p>
            <a:pPr marL="179388" indent="-1793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200" dirty="0"/>
              <a:t>Erfolgreicher PoC mit über 10.000 Aufrufen und &gt;10 Events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A4D3A97-89A7-AE89-3BC5-F187052E4A34}"/>
              </a:ext>
            </a:extLst>
          </p:cNvPr>
          <p:cNvSpPr txBox="1"/>
          <p:nvPr/>
        </p:nvSpPr>
        <p:spPr>
          <a:xfrm>
            <a:off x="457199" y="4643516"/>
            <a:ext cx="4651190" cy="1615827"/>
          </a:xfrm>
          <a:prstGeom prst="rect">
            <a:avLst/>
          </a:prstGeom>
          <a:solidFill>
            <a:srgbClr val="D9D9D9"/>
          </a:solidFill>
        </p:spPr>
        <p:txBody>
          <a:bodyPr wrap="square" anchor="ctr">
            <a:noAutofit/>
          </a:bodyPr>
          <a:lstStyle>
            <a:defPPr>
              <a:defRPr lang="en-US"/>
            </a:defPPr>
            <a:lvl1pPr>
              <a:spcAft>
                <a:spcPts val="600"/>
              </a:spcAft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de-DE" dirty="0">
                <a:solidFill>
                  <a:schemeClr val="tx1"/>
                </a:solidFill>
              </a:rPr>
              <a:t>Status: </a:t>
            </a:r>
            <a:r>
              <a:rPr lang="de-DE" b="0" dirty="0">
                <a:solidFill>
                  <a:schemeClr val="tx1"/>
                </a:solidFill>
              </a:rPr>
              <a:t>Technisch stabil, aber ohne Self-Service-Funktion </a:t>
            </a:r>
            <a:endParaRPr lang="de-DE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b="0" dirty="0">
                <a:solidFill>
                  <a:schemeClr val="tx1"/>
                </a:solidFill>
              </a:rPr>
              <a:t>Pilotbetrieb mit positivem Feedback aus den Event-Teams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b="0" dirty="0">
                <a:solidFill>
                  <a:schemeClr val="tx1"/>
                </a:solidFill>
              </a:rPr>
              <a:t>Nutzung für erste interne / externe Veranstaltungen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b="0" dirty="0">
                <a:solidFill>
                  <a:schemeClr val="tx1"/>
                </a:solidFill>
              </a:rPr>
              <a:t>Herausforderung: Hohe Involvierung der Admins beim Onboarding und fachlichem Setup neuer Events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tx1"/>
                </a:solidFill>
              </a:rPr>
              <a:t>Aktuell keine Skalierung auf gesamt Deloitte möglich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9355904-52E2-B8CD-F059-1C6B98392257}"/>
              </a:ext>
            </a:extLst>
          </p:cNvPr>
          <p:cNvSpPr txBox="1"/>
          <p:nvPr/>
        </p:nvSpPr>
        <p:spPr>
          <a:xfrm>
            <a:off x="5208377" y="4643516"/>
            <a:ext cx="4205186" cy="1615827"/>
          </a:xfrm>
          <a:prstGeom prst="rect">
            <a:avLst/>
          </a:prstGeom>
          <a:solidFill>
            <a:schemeClr val="accent4"/>
          </a:solidFill>
        </p:spPr>
        <p:txBody>
          <a:bodyPr wrap="square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de-DE" sz="1200" b="1" dirty="0">
                <a:solidFill>
                  <a:schemeClr val="bg1"/>
                </a:solidFill>
              </a:rPr>
              <a:t>Nächste Schritte: Weiterentwicklung notwendig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bg1"/>
                </a:solidFill>
              </a:rPr>
              <a:t>Ziel: </a:t>
            </a:r>
            <a:r>
              <a:rPr lang="de-DE" sz="1200" b="1" dirty="0">
                <a:solidFill>
                  <a:schemeClr val="bg1"/>
                </a:solidFill>
              </a:rPr>
              <a:t>Skalierbare Lösung</a:t>
            </a:r>
            <a:r>
              <a:rPr lang="de-DE" sz="1200" dirty="0">
                <a:solidFill>
                  <a:schemeClr val="bg1"/>
                </a:solidFill>
              </a:rPr>
              <a:t> für alle internen Deloitte-Events – Rollout mit Intranet Artikel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200" b="1" dirty="0">
                <a:solidFill>
                  <a:schemeClr val="bg1"/>
                </a:solidFill>
              </a:rPr>
              <a:t>Weiterentwicklung der App</a:t>
            </a:r>
            <a:r>
              <a:rPr lang="de-DE" sz="1200" dirty="0">
                <a:solidFill>
                  <a:schemeClr val="bg1"/>
                </a:solidFill>
              </a:rPr>
              <a:t> mit Fokus auf </a:t>
            </a:r>
            <a:r>
              <a:rPr lang="de-DE" sz="1200" b="1" dirty="0">
                <a:solidFill>
                  <a:schemeClr val="bg1"/>
                </a:solidFill>
              </a:rPr>
              <a:t>Self-Service-Funktionalität</a:t>
            </a:r>
            <a:r>
              <a:rPr lang="de-DE" sz="1200" dirty="0">
                <a:solidFill>
                  <a:schemeClr val="bg1"/>
                </a:solidFill>
              </a:rPr>
              <a:t> zur Entlastung der Admins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bg1"/>
                </a:solidFill>
              </a:rPr>
              <a:t>Für Weiterentwicklung und Support wird </a:t>
            </a:r>
            <a:r>
              <a:rPr lang="de-DE" sz="1200" b="1" dirty="0">
                <a:solidFill>
                  <a:schemeClr val="bg1"/>
                </a:solidFill>
              </a:rPr>
              <a:t>Sponsoring benötigt (bisher proaktiv ohne Beauftragung)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EDC8AFF8-919D-1074-85D9-EF3473290029}"/>
              </a:ext>
            </a:extLst>
          </p:cNvPr>
          <p:cNvSpPr/>
          <p:nvPr/>
        </p:nvSpPr>
        <p:spPr bwMode="gray">
          <a:xfrm>
            <a:off x="7102243" y="4403275"/>
            <a:ext cx="264817" cy="264817"/>
          </a:xfrm>
          <a:prstGeom prst="ellipse">
            <a:avLst/>
          </a:prstGeom>
          <a:solidFill>
            <a:srgbClr val="046A38"/>
          </a:solidFill>
          <a:ln w="19050" algn="ctr">
            <a:solidFill>
              <a:schemeClr val="bg1"/>
            </a:solidFill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de-DE" sz="2000" b="1" dirty="0">
                <a:solidFill>
                  <a:schemeClr val="bg1"/>
                </a:solidFill>
              </a:rPr>
              <a:t>!</a:t>
            </a:r>
          </a:p>
        </p:txBody>
      </p:sp>
      <p:grpSp>
        <p:nvGrpSpPr>
          <p:cNvPr id="56" name="Group 4">
            <a:extLst>
              <a:ext uri="{FF2B5EF4-FFF2-40B4-BE49-F238E27FC236}">
                <a16:creationId xmlns:a16="http://schemas.microsoft.com/office/drawing/2014/main" id="{213A155A-D8CA-3BE2-4706-C5A810F6A61A}"/>
              </a:ext>
            </a:extLst>
          </p:cNvPr>
          <p:cNvGrpSpPr>
            <a:grpSpLocks noChangeAspect="1"/>
          </p:cNvGrpSpPr>
          <p:nvPr/>
        </p:nvGrpSpPr>
        <p:grpSpPr bwMode="auto">
          <a:xfrm rot="18901556" flipH="1">
            <a:off x="4468466" y="2501744"/>
            <a:ext cx="483657" cy="539905"/>
            <a:chOff x="1037" y="366"/>
            <a:chExt cx="562" cy="462"/>
          </a:xfrm>
          <a:solidFill>
            <a:schemeClr val="accent4"/>
          </a:solidFill>
        </p:grpSpPr>
        <p:sp>
          <p:nvSpPr>
            <p:cNvPr id="57" name="Freeform 5">
              <a:extLst>
                <a:ext uri="{FF2B5EF4-FFF2-40B4-BE49-F238E27FC236}">
                  <a16:creationId xmlns:a16="http://schemas.microsoft.com/office/drawing/2014/main" id="{DF29321F-7C74-2A1E-655B-68BAB53D88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" y="366"/>
              <a:ext cx="497" cy="385"/>
            </a:xfrm>
            <a:custGeom>
              <a:avLst/>
              <a:gdLst>
                <a:gd name="T0" fmla="*/ 1 w 123"/>
                <a:gd name="T1" fmla="*/ 91 h 95"/>
                <a:gd name="T2" fmla="*/ 3 w 123"/>
                <a:gd name="T3" fmla="*/ 94 h 95"/>
                <a:gd name="T4" fmla="*/ 6 w 123"/>
                <a:gd name="T5" fmla="*/ 92 h 95"/>
                <a:gd name="T6" fmla="*/ 120 w 123"/>
                <a:gd name="T7" fmla="*/ 6 h 95"/>
                <a:gd name="T8" fmla="*/ 122 w 123"/>
                <a:gd name="T9" fmla="*/ 3 h 95"/>
                <a:gd name="T10" fmla="*/ 120 w 123"/>
                <a:gd name="T11" fmla="*/ 1 h 95"/>
                <a:gd name="T12" fmla="*/ 1 w 123"/>
                <a:gd name="T13" fmla="*/ 91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3" h="95">
                  <a:moveTo>
                    <a:pt x="1" y="91"/>
                  </a:moveTo>
                  <a:cubicBezTo>
                    <a:pt x="0" y="92"/>
                    <a:pt x="1" y="94"/>
                    <a:pt x="3" y="94"/>
                  </a:cubicBezTo>
                  <a:cubicBezTo>
                    <a:pt x="4" y="95"/>
                    <a:pt x="6" y="94"/>
                    <a:pt x="6" y="92"/>
                  </a:cubicBezTo>
                  <a:cubicBezTo>
                    <a:pt x="15" y="54"/>
                    <a:pt x="77" y="7"/>
                    <a:pt x="120" y="6"/>
                  </a:cubicBezTo>
                  <a:cubicBezTo>
                    <a:pt x="121" y="6"/>
                    <a:pt x="123" y="5"/>
                    <a:pt x="122" y="3"/>
                  </a:cubicBezTo>
                  <a:cubicBezTo>
                    <a:pt x="122" y="2"/>
                    <a:pt x="121" y="0"/>
                    <a:pt x="120" y="1"/>
                  </a:cubicBezTo>
                  <a:cubicBezTo>
                    <a:pt x="74" y="2"/>
                    <a:pt x="10" y="50"/>
                    <a:pt x="1" y="91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Freeform 6">
              <a:extLst>
                <a:ext uri="{FF2B5EF4-FFF2-40B4-BE49-F238E27FC236}">
                  <a16:creationId xmlns:a16="http://schemas.microsoft.com/office/drawing/2014/main" id="{54C83470-6EE1-5336-20F0-E6FD2B5DF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" y="670"/>
              <a:ext cx="178" cy="158"/>
            </a:xfrm>
            <a:custGeom>
              <a:avLst/>
              <a:gdLst>
                <a:gd name="T0" fmla="*/ 3 w 44"/>
                <a:gd name="T1" fmla="*/ 3 h 39"/>
                <a:gd name="T2" fmla="*/ 6 w 44"/>
                <a:gd name="T3" fmla="*/ 37 h 39"/>
                <a:gd name="T4" fmla="*/ 7 w 44"/>
                <a:gd name="T5" fmla="*/ 39 h 39"/>
                <a:gd name="T6" fmla="*/ 9 w 44"/>
                <a:gd name="T7" fmla="*/ 38 h 39"/>
                <a:gd name="T8" fmla="*/ 34 w 44"/>
                <a:gd name="T9" fmla="*/ 25 h 39"/>
                <a:gd name="T10" fmla="*/ 43 w 44"/>
                <a:gd name="T11" fmla="*/ 19 h 39"/>
                <a:gd name="T12" fmla="*/ 44 w 44"/>
                <a:gd name="T13" fmla="*/ 15 h 39"/>
                <a:gd name="T14" fmla="*/ 40 w 44"/>
                <a:gd name="T15" fmla="*/ 14 h 39"/>
                <a:gd name="T16" fmla="*/ 31 w 44"/>
                <a:gd name="T17" fmla="*/ 20 h 39"/>
                <a:gd name="T18" fmla="*/ 10 w 44"/>
                <a:gd name="T19" fmla="*/ 32 h 39"/>
                <a:gd name="T20" fmla="*/ 7 w 44"/>
                <a:gd name="T21" fmla="*/ 17 h 39"/>
                <a:gd name="T22" fmla="*/ 8 w 44"/>
                <a:gd name="T23" fmla="*/ 4 h 39"/>
                <a:gd name="T24" fmla="*/ 8 w 44"/>
                <a:gd name="T25" fmla="*/ 3 h 39"/>
                <a:gd name="T26" fmla="*/ 6 w 44"/>
                <a:gd name="T27" fmla="*/ 1 h 39"/>
                <a:gd name="T28" fmla="*/ 3 w 44"/>
                <a:gd name="T29" fmla="*/ 3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4" h="39">
                  <a:moveTo>
                    <a:pt x="3" y="3"/>
                  </a:moveTo>
                  <a:cubicBezTo>
                    <a:pt x="0" y="13"/>
                    <a:pt x="3" y="27"/>
                    <a:pt x="6" y="3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8" y="36"/>
                    <a:pt x="26" y="30"/>
                    <a:pt x="34" y="25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4" y="18"/>
                    <a:pt x="44" y="16"/>
                    <a:pt x="44" y="15"/>
                  </a:cubicBezTo>
                  <a:cubicBezTo>
                    <a:pt x="43" y="13"/>
                    <a:pt x="41" y="13"/>
                    <a:pt x="40" y="14"/>
                  </a:cubicBezTo>
                  <a:cubicBezTo>
                    <a:pt x="31" y="20"/>
                    <a:pt x="31" y="20"/>
                    <a:pt x="31" y="20"/>
                  </a:cubicBezTo>
                  <a:cubicBezTo>
                    <a:pt x="24" y="25"/>
                    <a:pt x="17" y="30"/>
                    <a:pt x="10" y="32"/>
                  </a:cubicBezTo>
                  <a:cubicBezTo>
                    <a:pt x="9" y="28"/>
                    <a:pt x="8" y="22"/>
                    <a:pt x="7" y="17"/>
                  </a:cubicBezTo>
                  <a:cubicBezTo>
                    <a:pt x="7" y="12"/>
                    <a:pt x="7" y="8"/>
                    <a:pt x="8" y="4"/>
                  </a:cubicBezTo>
                  <a:cubicBezTo>
                    <a:pt x="8" y="4"/>
                    <a:pt x="8" y="3"/>
                    <a:pt x="8" y="3"/>
                  </a:cubicBezTo>
                  <a:cubicBezTo>
                    <a:pt x="8" y="2"/>
                    <a:pt x="7" y="1"/>
                    <a:pt x="6" y="1"/>
                  </a:cubicBezTo>
                  <a:cubicBezTo>
                    <a:pt x="4" y="0"/>
                    <a:pt x="3" y="1"/>
                    <a:pt x="3" y="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025" name="Group 1024">
            <a:extLst>
              <a:ext uri="{FF2B5EF4-FFF2-40B4-BE49-F238E27FC236}">
                <a16:creationId xmlns:a16="http://schemas.microsoft.com/office/drawing/2014/main" id="{EE527638-7C06-9A54-1AF8-8804C056F120}"/>
              </a:ext>
            </a:extLst>
          </p:cNvPr>
          <p:cNvGrpSpPr/>
          <p:nvPr/>
        </p:nvGrpSpPr>
        <p:grpSpPr>
          <a:xfrm>
            <a:off x="521065" y="3147172"/>
            <a:ext cx="151200" cy="151200"/>
            <a:chOff x="302949" y="3278014"/>
            <a:chExt cx="330319" cy="330011"/>
          </a:xfrm>
        </p:grpSpPr>
        <p:sp>
          <p:nvSpPr>
            <p:cNvPr id="1024" name="Oval 1023">
              <a:extLst>
                <a:ext uri="{FF2B5EF4-FFF2-40B4-BE49-F238E27FC236}">
                  <a16:creationId xmlns:a16="http://schemas.microsoft.com/office/drawing/2014/main" id="{79EA1217-FD36-3F18-9804-E0DDBF088A51}"/>
                </a:ext>
              </a:extLst>
            </p:cNvPr>
            <p:cNvSpPr/>
            <p:nvPr/>
          </p:nvSpPr>
          <p:spPr bwMode="gray">
            <a:xfrm>
              <a:off x="302949" y="3278014"/>
              <a:ext cx="330319" cy="330011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de-DE" sz="1600" b="1" dirty="0">
                <a:solidFill>
                  <a:schemeClr val="bg1"/>
                </a:solidFill>
              </a:endParaRPr>
            </a:p>
          </p:txBody>
        </p:sp>
        <p:grpSp>
          <p:nvGrpSpPr>
            <p:cNvPr id="63" name="Arrows &amp; Direction098">
              <a:extLst>
                <a:ext uri="{FF2B5EF4-FFF2-40B4-BE49-F238E27FC236}">
                  <a16:creationId xmlns:a16="http://schemas.microsoft.com/office/drawing/2014/main" id="{F757F16B-5431-50C5-F488-3BF6D0F27F33}"/>
                </a:ext>
              </a:extLst>
            </p:cNvPr>
            <p:cNvGrpSpPr>
              <a:grpSpLocks/>
            </p:cNvGrpSpPr>
            <p:nvPr>
              <p:custDataLst>
                <p:tags r:id="rId9"/>
              </p:custDataLst>
            </p:nvPr>
          </p:nvGrpSpPr>
          <p:grpSpPr>
            <a:xfrm>
              <a:off x="302949" y="3278014"/>
              <a:ext cx="330319" cy="330011"/>
              <a:chOff x="905454" y="3824168"/>
              <a:chExt cx="362309" cy="361971"/>
            </a:xfrm>
          </p:grpSpPr>
          <p:sp>
            <p:nvSpPr>
              <p:cNvPr id="60" name="Graphic 4">
                <a:extLst>
                  <a:ext uri="{FF2B5EF4-FFF2-40B4-BE49-F238E27FC236}">
                    <a16:creationId xmlns:a16="http://schemas.microsoft.com/office/drawing/2014/main" id="{54FC8E6C-3501-843F-9DC9-21BF8DAB73E1}"/>
                  </a:ext>
                </a:extLst>
              </p:cNvPr>
              <p:cNvSpPr/>
              <p:nvPr/>
            </p:nvSpPr>
            <p:spPr>
              <a:xfrm>
                <a:off x="989076" y="3940994"/>
                <a:ext cx="161112" cy="161116"/>
              </a:xfrm>
              <a:custGeom>
                <a:avLst/>
                <a:gdLst>
                  <a:gd name="connsiteX0" fmla="*/ 23728 w 161112"/>
                  <a:gd name="connsiteY0" fmla="*/ 0 h 161116"/>
                  <a:gd name="connsiteX1" fmla="*/ 33313 w 161112"/>
                  <a:gd name="connsiteY1" fmla="*/ 137256 h 161116"/>
                  <a:gd name="connsiteX2" fmla="*/ 161112 w 161112"/>
                  <a:gd name="connsiteY2" fmla="*/ 136617 h 161116"/>
                  <a:gd name="connsiteX3" fmla="*/ 23728 w 161112"/>
                  <a:gd name="connsiteY3" fmla="*/ 0 h 161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1112" h="161116">
                    <a:moveTo>
                      <a:pt x="23728" y="0"/>
                    </a:moveTo>
                    <a:cubicBezTo>
                      <a:pt x="-11416" y="40858"/>
                      <a:pt x="-6943" y="102144"/>
                      <a:pt x="33313" y="137256"/>
                    </a:cubicBezTo>
                    <a:cubicBezTo>
                      <a:pt x="70375" y="169176"/>
                      <a:pt x="124689" y="169176"/>
                      <a:pt x="161112" y="136617"/>
                    </a:cubicBezTo>
                    <a:lnTo>
                      <a:pt x="23728" y="0"/>
                    </a:lnTo>
                    <a:close/>
                  </a:path>
                </a:pathLst>
              </a:custGeom>
              <a:solidFill>
                <a:srgbClr val="FF9900"/>
              </a:solidFill>
              <a:ln w="63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dirty="0"/>
              </a:p>
            </p:txBody>
          </p:sp>
          <p:sp>
            <p:nvSpPr>
              <p:cNvPr id="61" name="Graphic 4">
                <a:extLst>
                  <a:ext uri="{FF2B5EF4-FFF2-40B4-BE49-F238E27FC236}">
                    <a16:creationId xmlns:a16="http://schemas.microsoft.com/office/drawing/2014/main" id="{4C72B908-5E7F-E30B-A767-F8B7399A8F11}"/>
                  </a:ext>
                </a:extLst>
              </p:cNvPr>
              <p:cNvSpPr/>
              <p:nvPr/>
            </p:nvSpPr>
            <p:spPr>
              <a:xfrm>
                <a:off x="1021750" y="3907159"/>
                <a:ext cx="162503" cy="162153"/>
              </a:xfrm>
              <a:custGeom>
                <a:avLst/>
                <a:gdLst>
                  <a:gd name="connsiteX0" fmla="*/ 64538 w 162503"/>
                  <a:gd name="connsiteY0" fmla="*/ 0 h 162153"/>
                  <a:gd name="connsiteX1" fmla="*/ 0 w 162503"/>
                  <a:gd name="connsiteY1" fmla="*/ 24898 h 162153"/>
                  <a:gd name="connsiteX2" fmla="*/ 138023 w 162503"/>
                  <a:gd name="connsiteY2" fmla="*/ 162153 h 162153"/>
                  <a:gd name="connsiteX3" fmla="*/ 129077 w 162503"/>
                  <a:gd name="connsiteY3" fmla="*/ 24898 h 162153"/>
                  <a:gd name="connsiteX4" fmla="*/ 64538 w 162503"/>
                  <a:gd name="connsiteY4" fmla="*/ 0 h 162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2503" h="162153">
                    <a:moveTo>
                      <a:pt x="64538" y="0"/>
                    </a:moveTo>
                    <a:cubicBezTo>
                      <a:pt x="40896" y="0"/>
                      <a:pt x="17892" y="8938"/>
                      <a:pt x="0" y="24898"/>
                    </a:cubicBezTo>
                    <a:lnTo>
                      <a:pt x="138023" y="162153"/>
                    </a:lnTo>
                    <a:cubicBezTo>
                      <a:pt x="173806" y="121934"/>
                      <a:pt x="169972" y="60010"/>
                      <a:pt x="129077" y="24898"/>
                    </a:cubicBezTo>
                    <a:cubicBezTo>
                      <a:pt x="111185" y="8938"/>
                      <a:pt x="88181" y="0"/>
                      <a:pt x="64538" y="0"/>
                    </a:cubicBezTo>
                    <a:close/>
                  </a:path>
                </a:pathLst>
              </a:custGeom>
              <a:solidFill>
                <a:srgbClr val="FF9900"/>
              </a:solidFill>
              <a:ln w="63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dirty="0"/>
              </a:p>
            </p:txBody>
          </p:sp>
          <p:sp>
            <p:nvSpPr>
              <p:cNvPr id="62" name="Graphic 4">
                <a:extLst>
                  <a:ext uri="{FF2B5EF4-FFF2-40B4-BE49-F238E27FC236}">
                    <a16:creationId xmlns:a16="http://schemas.microsoft.com/office/drawing/2014/main" id="{5ED1F2AF-2D2B-7017-C2A5-4FAA3618391D}"/>
                  </a:ext>
                </a:extLst>
              </p:cNvPr>
              <p:cNvSpPr/>
              <p:nvPr/>
            </p:nvSpPr>
            <p:spPr>
              <a:xfrm>
                <a:off x="905454" y="3824168"/>
                <a:ext cx="362309" cy="361971"/>
              </a:xfrm>
              <a:custGeom>
                <a:avLst/>
                <a:gdLst>
                  <a:gd name="connsiteX0" fmla="*/ 180835 w 362309"/>
                  <a:gd name="connsiteY0" fmla="*/ 0 h 361971"/>
                  <a:gd name="connsiteX1" fmla="*/ 0 w 362309"/>
                  <a:gd name="connsiteY1" fmla="*/ 180667 h 361971"/>
                  <a:gd name="connsiteX2" fmla="*/ 180835 w 362309"/>
                  <a:gd name="connsiteY2" fmla="*/ 361972 h 361971"/>
                  <a:gd name="connsiteX3" fmla="*/ 362309 w 362309"/>
                  <a:gd name="connsiteY3" fmla="*/ 180667 h 361971"/>
                  <a:gd name="connsiteX4" fmla="*/ 362309 w 362309"/>
                  <a:gd name="connsiteY4" fmla="*/ 180667 h 361971"/>
                  <a:gd name="connsiteX5" fmla="*/ 180835 w 362309"/>
                  <a:gd name="connsiteY5" fmla="*/ 0 h 361971"/>
                  <a:gd name="connsiteX6" fmla="*/ 180835 w 362309"/>
                  <a:gd name="connsiteY6" fmla="*/ 291110 h 361971"/>
                  <a:gd name="connsiteX7" fmla="*/ 70289 w 362309"/>
                  <a:gd name="connsiteY7" fmla="*/ 180667 h 361971"/>
                  <a:gd name="connsiteX8" fmla="*/ 180835 w 362309"/>
                  <a:gd name="connsiteY8" fmla="*/ 70224 h 361971"/>
                  <a:gd name="connsiteX9" fmla="*/ 291381 w 362309"/>
                  <a:gd name="connsiteY9" fmla="*/ 180667 h 361971"/>
                  <a:gd name="connsiteX10" fmla="*/ 180835 w 362309"/>
                  <a:gd name="connsiteY10" fmla="*/ 291110 h 36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62309" h="361971">
                    <a:moveTo>
                      <a:pt x="180835" y="0"/>
                    </a:moveTo>
                    <a:cubicBezTo>
                      <a:pt x="80513" y="0"/>
                      <a:pt x="0" y="81077"/>
                      <a:pt x="0" y="180667"/>
                    </a:cubicBezTo>
                    <a:cubicBezTo>
                      <a:pt x="0" y="280895"/>
                      <a:pt x="81152" y="361972"/>
                      <a:pt x="180835" y="361972"/>
                    </a:cubicBezTo>
                    <a:cubicBezTo>
                      <a:pt x="280518" y="361972"/>
                      <a:pt x="362309" y="280895"/>
                      <a:pt x="362309" y="180667"/>
                    </a:cubicBezTo>
                    <a:cubicBezTo>
                      <a:pt x="362309" y="180667"/>
                      <a:pt x="362309" y="180667"/>
                      <a:pt x="362309" y="180667"/>
                    </a:cubicBezTo>
                    <a:cubicBezTo>
                      <a:pt x="361670" y="81077"/>
                      <a:pt x="281157" y="0"/>
                      <a:pt x="180835" y="0"/>
                    </a:cubicBezTo>
                    <a:close/>
                    <a:moveTo>
                      <a:pt x="180835" y="291110"/>
                    </a:moveTo>
                    <a:cubicBezTo>
                      <a:pt x="120131" y="291110"/>
                      <a:pt x="70289" y="241953"/>
                      <a:pt x="70289" y="180667"/>
                    </a:cubicBezTo>
                    <a:cubicBezTo>
                      <a:pt x="70289" y="120019"/>
                      <a:pt x="119492" y="70224"/>
                      <a:pt x="180835" y="70224"/>
                    </a:cubicBezTo>
                    <a:cubicBezTo>
                      <a:pt x="242179" y="70224"/>
                      <a:pt x="291381" y="119381"/>
                      <a:pt x="291381" y="180667"/>
                    </a:cubicBezTo>
                    <a:cubicBezTo>
                      <a:pt x="291381" y="241953"/>
                      <a:pt x="241540" y="291110"/>
                      <a:pt x="180835" y="291110"/>
                    </a:cubicBezTo>
                    <a:close/>
                  </a:path>
                </a:pathLst>
              </a:custGeom>
              <a:solidFill>
                <a:srgbClr val="FF9900"/>
              </a:solidFill>
              <a:ln w="63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dirty="0"/>
              </a:p>
            </p:txBody>
          </p:sp>
        </p:grpSp>
      </p:grpSp>
      <p:grpSp>
        <p:nvGrpSpPr>
          <p:cNvPr id="1027" name="Group 1026">
            <a:extLst>
              <a:ext uri="{FF2B5EF4-FFF2-40B4-BE49-F238E27FC236}">
                <a16:creationId xmlns:a16="http://schemas.microsoft.com/office/drawing/2014/main" id="{3FBB49BC-DE85-5F0D-43CD-FA50B1394DE1}"/>
              </a:ext>
            </a:extLst>
          </p:cNvPr>
          <p:cNvGrpSpPr/>
          <p:nvPr/>
        </p:nvGrpSpPr>
        <p:grpSpPr>
          <a:xfrm>
            <a:off x="521064" y="3550161"/>
            <a:ext cx="151200" cy="151200"/>
            <a:chOff x="302949" y="3278014"/>
            <a:chExt cx="330319" cy="330011"/>
          </a:xfrm>
        </p:grpSpPr>
        <p:sp>
          <p:nvSpPr>
            <p:cNvPr id="1028" name="Oval 1027">
              <a:extLst>
                <a:ext uri="{FF2B5EF4-FFF2-40B4-BE49-F238E27FC236}">
                  <a16:creationId xmlns:a16="http://schemas.microsoft.com/office/drawing/2014/main" id="{17071C78-C2CA-700D-0AC9-09A3AD2CD65B}"/>
                </a:ext>
              </a:extLst>
            </p:cNvPr>
            <p:cNvSpPr/>
            <p:nvPr/>
          </p:nvSpPr>
          <p:spPr bwMode="gray">
            <a:xfrm>
              <a:off x="302949" y="3278014"/>
              <a:ext cx="330319" cy="330011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de-DE" sz="1600" b="1" dirty="0">
                <a:solidFill>
                  <a:schemeClr val="bg1"/>
                </a:solidFill>
              </a:endParaRPr>
            </a:p>
          </p:txBody>
        </p:sp>
        <p:grpSp>
          <p:nvGrpSpPr>
            <p:cNvPr id="1029" name="Arrows &amp; Direction098">
              <a:extLst>
                <a:ext uri="{FF2B5EF4-FFF2-40B4-BE49-F238E27FC236}">
                  <a16:creationId xmlns:a16="http://schemas.microsoft.com/office/drawing/2014/main" id="{AFB26886-403A-8994-93DF-3A39F3682157}"/>
                </a:ext>
              </a:extLst>
            </p:cNvPr>
            <p:cNvGrpSpPr>
              <a:grpSpLocks/>
            </p:cNvGrpSpPr>
            <p:nvPr>
              <p:custDataLst>
                <p:tags r:id="rId8"/>
              </p:custDataLst>
            </p:nvPr>
          </p:nvGrpSpPr>
          <p:grpSpPr>
            <a:xfrm>
              <a:off x="302949" y="3278014"/>
              <a:ext cx="330319" cy="330011"/>
              <a:chOff x="905454" y="3824168"/>
              <a:chExt cx="362309" cy="361971"/>
            </a:xfrm>
          </p:grpSpPr>
          <p:sp>
            <p:nvSpPr>
              <p:cNvPr id="1030" name="Graphic 4">
                <a:extLst>
                  <a:ext uri="{FF2B5EF4-FFF2-40B4-BE49-F238E27FC236}">
                    <a16:creationId xmlns:a16="http://schemas.microsoft.com/office/drawing/2014/main" id="{C6DA6630-1F64-11C6-ADCC-2A55B827D7F6}"/>
                  </a:ext>
                </a:extLst>
              </p:cNvPr>
              <p:cNvSpPr/>
              <p:nvPr/>
            </p:nvSpPr>
            <p:spPr>
              <a:xfrm>
                <a:off x="989076" y="3940994"/>
                <a:ext cx="161112" cy="161116"/>
              </a:xfrm>
              <a:custGeom>
                <a:avLst/>
                <a:gdLst>
                  <a:gd name="connsiteX0" fmla="*/ 23728 w 161112"/>
                  <a:gd name="connsiteY0" fmla="*/ 0 h 161116"/>
                  <a:gd name="connsiteX1" fmla="*/ 33313 w 161112"/>
                  <a:gd name="connsiteY1" fmla="*/ 137256 h 161116"/>
                  <a:gd name="connsiteX2" fmla="*/ 161112 w 161112"/>
                  <a:gd name="connsiteY2" fmla="*/ 136617 h 161116"/>
                  <a:gd name="connsiteX3" fmla="*/ 23728 w 161112"/>
                  <a:gd name="connsiteY3" fmla="*/ 0 h 161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1112" h="161116">
                    <a:moveTo>
                      <a:pt x="23728" y="0"/>
                    </a:moveTo>
                    <a:cubicBezTo>
                      <a:pt x="-11416" y="40858"/>
                      <a:pt x="-6943" y="102144"/>
                      <a:pt x="33313" y="137256"/>
                    </a:cubicBezTo>
                    <a:cubicBezTo>
                      <a:pt x="70375" y="169176"/>
                      <a:pt x="124689" y="169176"/>
                      <a:pt x="161112" y="136617"/>
                    </a:cubicBezTo>
                    <a:lnTo>
                      <a:pt x="23728" y="0"/>
                    </a:lnTo>
                    <a:close/>
                  </a:path>
                </a:pathLst>
              </a:custGeom>
              <a:solidFill>
                <a:srgbClr val="FF9900"/>
              </a:solidFill>
              <a:ln w="63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dirty="0"/>
              </a:p>
            </p:txBody>
          </p:sp>
          <p:sp>
            <p:nvSpPr>
              <p:cNvPr id="1031" name="Graphic 4">
                <a:extLst>
                  <a:ext uri="{FF2B5EF4-FFF2-40B4-BE49-F238E27FC236}">
                    <a16:creationId xmlns:a16="http://schemas.microsoft.com/office/drawing/2014/main" id="{EC13F596-65DF-2195-ADBA-B62A11E5DD75}"/>
                  </a:ext>
                </a:extLst>
              </p:cNvPr>
              <p:cNvSpPr/>
              <p:nvPr/>
            </p:nvSpPr>
            <p:spPr>
              <a:xfrm>
                <a:off x="1021750" y="3907159"/>
                <a:ext cx="162503" cy="162153"/>
              </a:xfrm>
              <a:custGeom>
                <a:avLst/>
                <a:gdLst>
                  <a:gd name="connsiteX0" fmla="*/ 64538 w 162503"/>
                  <a:gd name="connsiteY0" fmla="*/ 0 h 162153"/>
                  <a:gd name="connsiteX1" fmla="*/ 0 w 162503"/>
                  <a:gd name="connsiteY1" fmla="*/ 24898 h 162153"/>
                  <a:gd name="connsiteX2" fmla="*/ 138023 w 162503"/>
                  <a:gd name="connsiteY2" fmla="*/ 162153 h 162153"/>
                  <a:gd name="connsiteX3" fmla="*/ 129077 w 162503"/>
                  <a:gd name="connsiteY3" fmla="*/ 24898 h 162153"/>
                  <a:gd name="connsiteX4" fmla="*/ 64538 w 162503"/>
                  <a:gd name="connsiteY4" fmla="*/ 0 h 162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2503" h="162153">
                    <a:moveTo>
                      <a:pt x="64538" y="0"/>
                    </a:moveTo>
                    <a:cubicBezTo>
                      <a:pt x="40896" y="0"/>
                      <a:pt x="17892" y="8938"/>
                      <a:pt x="0" y="24898"/>
                    </a:cubicBezTo>
                    <a:lnTo>
                      <a:pt x="138023" y="162153"/>
                    </a:lnTo>
                    <a:cubicBezTo>
                      <a:pt x="173806" y="121934"/>
                      <a:pt x="169972" y="60010"/>
                      <a:pt x="129077" y="24898"/>
                    </a:cubicBezTo>
                    <a:cubicBezTo>
                      <a:pt x="111185" y="8938"/>
                      <a:pt x="88181" y="0"/>
                      <a:pt x="64538" y="0"/>
                    </a:cubicBezTo>
                    <a:close/>
                  </a:path>
                </a:pathLst>
              </a:custGeom>
              <a:solidFill>
                <a:srgbClr val="FF9900"/>
              </a:solidFill>
              <a:ln w="63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dirty="0"/>
              </a:p>
            </p:txBody>
          </p:sp>
          <p:sp>
            <p:nvSpPr>
              <p:cNvPr id="1032" name="Graphic 4">
                <a:extLst>
                  <a:ext uri="{FF2B5EF4-FFF2-40B4-BE49-F238E27FC236}">
                    <a16:creationId xmlns:a16="http://schemas.microsoft.com/office/drawing/2014/main" id="{46E13111-35B9-6E11-9B9E-CDB84D064069}"/>
                  </a:ext>
                </a:extLst>
              </p:cNvPr>
              <p:cNvSpPr/>
              <p:nvPr/>
            </p:nvSpPr>
            <p:spPr>
              <a:xfrm>
                <a:off x="905454" y="3824168"/>
                <a:ext cx="362309" cy="361971"/>
              </a:xfrm>
              <a:custGeom>
                <a:avLst/>
                <a:gdLst>
                  <a:gd name="connsiteX0" fmla="*/ 180835 w 362309"/>
                  <a:gd name="connsiteY0" fmla="*/ 0 h 361971"/>
                  <a:gd name="connsiteX1" fmla="*/ 0 w 362309"/>
                  <a:gd name="connsiteY1" fmla="*/ 180667 h 361971"/>
                  <a:gd name="connsiteX2" fmla="*/ 180835 w 362309"/>
                  <a:gd name="connsiteY2" fmla="*/ 361972 h 361971"/>
                  <a:gd name="connsiteX3" fmla="*/ 362309 w 362309"/>
                  <a:gd name="connsiteY3" fmla="*/ 180667 h 361971"/>
                  <a:gd name="connsiteX4" fmla="*/ 362309 w 362309"/>
                  <a:gd name="connsiteY4" fmla="*/ 180667 h 361971"/>
                  <a:gd name="connsiteX5" fmla="*/ 180835 w 362309"/>
                  <a:gd name="connsiteY5" fmla="*/ 0 h 361971"/>
                  <a:gd name="connsiteX6" fmla="*/ 180835 w 362309"/>
                  <a:gd name="connsiteY6" fmla="*/ 291110 h 361971"/>
                  <a:gd name="connsiteX7" fmla="*/ 70289 w 362309"/>
                  <a:gd name="connsiteY7" fmla="*/ 180667 h 361971"/>
                  <a:gd name="connsiteX8" fmla="*/ 180835 w 362309"/>
                  <a:gd name="connsiteY8" fmla="*/ 70224 h 361971"/>
                  <a:gd name="connsiteX9" fmla="*/ 291381 w 362309"/>
                  <a:gd name="connsiteY9" fmla="*/ 180667 h 361971"/>
                  <a:gd name="connsiteX10" fmla="*/ 180835 w 362309"/>
                  <a:gd name="connsiteY10" fmla="*/ 291110 h 36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62309" h="361971">
                    <a:moveTo>
                      <a:pt x="180835" y="0"/>
                    </a:moveTo>
                    <a:cubicBezTo>
                      <a:pt x="80513" y="0"/>
                      <a:pt x="0" y="81077"/>
                      <a:pt x="0" y="180667"/>
                    </a:cubicBezTo>
                    <a:cubicBezTo>
                      <a:pt x="0" y="280895"/>
                      <a:pt x="81152" y="361972"/>
                      <a:pt x="180835" y="361972"/>
                    </a:cubicBezTo>
                    <a:cubicBezTo>
                      <a:pt x="280518" y="361972"/>
                      <a:pt x="362309" y="280895"/>
                      <a:pt x="362309" y="180667"/>
                    </a:cubicBezTo>
                    <a:cubicBezTo>
                      <a:pt x="362309" y="180667"/>
                      <a:pt x="362309" y="180667"/>
                      <a:pt x="362309" y="180667"/>
                    </a:cubicBezTo>
                    <a:cubicBezTo>
                      <a:pt x="361670" y="81077"/>
                      <a:pt x="281157" y="0"/>
                      <a:pt x="180835" y="0"/>
                    </a:cubicBezTo>
                    <a:close/>
                    <a:moveTo>
                      <a:pt x="180835" y="291110"/>
                    </a:moveTo>
                    <a:cubicBezTo>
                      <a:pt x="120131" y="291110"/>
                      <a:pt x="70289" y="241953"/>
                      <a:pt x="70289" y="180667"/>
                    </a:cubicBezTo>
                    <a:cubicBezTo>
                      <a:pt x="70289" y="120019"/>
                      <a:pt x="119492" y="70224"/>
                      <a:pt x="180835" y="70224"/>
                    </a:cubicBezTo>
                    <a:cubicBezTo>
                      <a:pt x="242179" y="70224"/>
                      <a:pt x="291381" y="119381"/>
                      <a:pt x="291381" y="180667"/>
                    </a:cubicBezTo>
                    <a:cubicBezTo>
                      <a:pt x="291381" y="241953"/>
                      <a:pt x="241540" y="291110"/>
                      <a:pt x="180835" y="291110"/>
                    </a:cubicBezTo>
                    <a:close/>
                  </a:path>
                </a:pathLst>
              </a:custGeom>
              <a:solidFill>
                <a:srgbClr val="FF9900"/>
              </a:solidFill>
              <a:ln w="63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dirty="0"/>
              </a:p>
            </p:txBody>
          </p:sp>
        </p:grpSp>
      </p:grp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CF14C9E8-E131-E19B-363C-F4684D7568B9}"/>
              </a:ext>
            </a:extLst>
          </p:cNvPr>
          <p:cNvGrpSpPr/>
          <p:nvPr/>
        </p:nvGrpSpPr>
        <p:grpSpPr>
          <a:xfrm>
            <a:off x="521064" y="4022362"/>
            <a:ext cx="151200" cy="151200"/>
            <a:chOff x="302949" y="3278014"/>
            <a:chExt cx="330319" cy="330011"/>
          </a:xfrm>
        </p:grpSpPr>
        <p:sp>
          <p:nvSpPr>
            <p:cNvPr id="1034" name="Oval 1033">
              <a:extLst>
                <a:ext uri="{FF2B5EF4-FFF2-40B4-BE49-F238E27FC236}">
                  <a16:creationId xmlns:a16="http://schemas.microsoft.com/office/drawing/2014/main" id="{7B61650D-097A-BF3C-8398-2689E67B8173}"/>
                </a:ext>
              </a:extLst>
            </p:cNvPr>
            <p:cNvSpPr/>
            <p:nvPr/>
          </p:nvSpPr>
          <p:spPr bwMode="gray">
            <a:xfrm>
              <a:off x="302949" y="3278014"/>
              <a:ext cx="330319" cy="330011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de-DE" sz="1600" b="1" dirty="0">
                <a:solidFill>
                  <a:schemeClr val="bg1"/>
                </a:solidFill>
              </a:endParaRPr>
            </a:p>
          </p:txBody>
        </p:sp>
        <p:grpSp>
          <p:nvGrpSpPr>
            <p:cNvPr id="1035" name="Arrows &amp; Direction098">
              <a:extLst>
                <a:ext uri="{FF2B5EF4-FFF2-40B4-BE49-F238E27FC236}">
                  <a16:creationId xmlns:a16="http://schemas.microsoft.com/office/drawing/2014/main" id="{289F15F0-11BF-25B9-C78E-613F209C9567}"/>
                </a:ext>
              </a:extLst>
            </p:cNvPr>
            <p:cNvGrpSpPr>
              <a:grpSpLocks/>
            </p:cNvGrpSpPr>
            <p:nvPr>
              <p:custDataLst>
                <p:tags r:id="rId7"/>
              </p:custDataLst>
            </p:nvPr>
          </p:nvGrpSpPr>
          <p:grpSpPr>
            <a:xfrm>
              <a:off x="302949" y="3278014"/>
              <a:ext cx="330319" cy="330011"/>
              <a:chOff x="905454" y="3824168"/>
              <a:chExt cx="362309" cy="361971"/>
            </a:xfrm>
          </p:grpSpPr>
          <p:sp>
            <p:nvSpPr>
              <p:cNvPr id="1036" name="Graphic 4">
                <a:extLst>
                  <a:ext uri="{FF2B5EF4-FFF2-40B4-BE49-F238E27FC236}">
                    <a16:creationId xmlns:a16="http://schemas.microsoft.com/office/drawing/2014/main" id="{C787F03B-4C47-9921-23EB-A2341A754BB5}"/>
                  </a:ext>
                </a:extLst>
              </p:cNvPr>
              <p:cNvSpPr/>
              <p:nvPr/>
            </p:nvSpPr>
            <p:spPr>
              <a:xfrm>
                <a:off x="989076" y="3940994"/>
                <a:ext cx="161112" cy="161116"/>
              </a:xfrm>
              <a:custGeom>
                <a:avLst/>
                <a:gdLst>
                  <a:gd name="connsiteX0" fmla="*/ 23728 w 161112"/>
                  <a:gd name="connsiteY0" fmla="*/ 0 h 161116"/>
                  <a:gd name="connsiteX1" fmla="*/ 33313 w 161112"/>
                  <a:gd name="connsiteY1" fmla="*/ 137256 h 161116"/>
                  <a:gd name="connsiteX2" fmla="*/ 161112 w 161112"/>
                  <a:gd name="connsiteY2" fmla="*/ 136617 h 161116"/>
                  <a:gd name="connsiteX3" fmla="*/ 23728 w 161112"/>
                  <a:gd name="connsiteY3" fmla="*/ 0 h 161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1112" h="161116">
                    <a:moveTo>
                      <a:pt x="23728" y="0"/>
                    </a:moveTo>
                    <a:cubicBezTo>
                      <a:pt x="-11416" y="40858"/>
                      <a:pt x="-6943" y="102144"/>
                      <a:pt x="33313" y="137256"/>
                    </a:cubicBezTo>
                    <a:cubicBezTo>
                      <a:pt x="70375" y="169176"/>
                      <a:pt x="124689" y="169176"/>
                      <a:pt x="161112" y="136617"/>
                    </a:cubicBezTo>
                    <a:lnTo>
                      <a:pt x="23728" y="0"/>
                    </a:lnTo>
                    <a:close/>
                  </a:path>
                </a:pathLst>
              </a:custGeom>
              <a:solidFill>
                <a:srgbClr val="FF9900"/>
              </a:solidFill>
              <a:ln w="63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dirty="0"/>
              </a:p>
            </p:txBody>
          </p:sp>
          <p:sp>
            <p:nvSpPr>
              <p:cNvPr id="1037" name="Graphic 4">
                <a:extLst>
                  <a:ext uri="{FF2B5EF4-FFF2-40B4-BE49-F238E27FC236}">
                    <a16:creationId xmlns:a16="http://schemas.microsoft.com/office/drawing/2014/main" id="{D9992BDF-26B9-5E80-C9BF-E5E034A17880}"/>
                  </a:ext>
                </a:extLst>
              </p:cNvPr>
              <p:cNvSpPr/>
              <p:nvPr/>
            </p:nvSpPr>
            <p:spPr>
              <a:xfrm>
                <a:off x="1021750" y="3907159"/>
                <a:ext cx="162503" cy="162153"/>
              </a:xfrm>
              <a:custGeom>
                <a:avLst/>
                <a:gdLst>
                  <a:gd name="connsiteX0" fmla="*/ 64538 w 162503"/>
                  <a:gd name="connsiteY0" fmla="*/ 0 h 162153"/>
                  <a:gd name="connsiteX1" fmla="*/ 0 w 162503"/>
                  <a:gd name="connsiteY1" fmla="*/ 24898 h 162153"/>
                  <a:gd name="connsiteX2" fmla="*/ 138023 w 162503"/>
                  <a:gd name="connsiteY2" fmla="*/ 162153 h 162153"/>
                  <a:gd name="connsiteX3" fmla="*/ 129077 w 162503"/>
                  <a:gd name="connsiteY3" fmla="*/ 24898 h 162153"/>
                  <a:gd name="connsiteX4" fmla="*/ 64538 w 162503"/>
                  <a:gd name="connsiteY4" fmla="*/ 0 h 162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2503" h="162153">
                    <a:moveTo>
                      <a:pt x="64538" y="0"/>
                    </a:moveTo>
                    <a:cubicBezTo>
                      <a:pt x="40896" y="0"/>
                      <a:pt x="17892" y="8938"/>
                      <a:pt x="0" y="24898"/>
                    </a:cubicBezTo>
                    <a:lnTo>
                      <a:pt x="138023" y="162153"/>
                    </a:lnTo>
                    <a:cubicBezTo>
                      <a:pt x="173806" y="121934"/>
                      <a:pt x="169972" y="60010"/>
                      <a:pt x="129077" y="24898"/>
                    </a:cubicBezTo>
                    <a:cubicBezTo>
                      <a:pt x="111185" y="8938"/>
                      <a:pt x="88181" y="0"/>
                      <a:pt x="64538" y="0"/>
                    </a:cubicBezTo>
                    <a:close/>
                  </a:path>
                </a:pathLst>
              </a:custGeom>
              <a:solidFill>
                <a:srgbClr val="FF9900"/>
              </a:solidFill>
              <a:ln w="63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dirty="0"/>
              </a:p>
            </p:txBody>
          </p:sp>
          <p:sp>
            <p:nvSpPr>
              <p:cNvPr id="1038" name="Graphic 4">
                <a:extLst>
                  <a:ext uri="{FF2B5EF4-FFF2-40B4-BE49-F238E27FC236}">
                    <a16:creationId xmlns:a16="http://schemas.microsoft.com/office/drawing/2014/main" id="{F3701DED-88E3-94A2-2EF2-AB5315A3D90E}"/>
                  </a:ext>
                </a:extLst>
              </p:cNvPr>
              <p:cNvSpPr/>
              <p:nvPr/>
            </p:nvSpPr>
            <p:spPr>
              <a:xfrm>
                <a:off x="905454" y="3824168"/>
                <a:ext cx="362309" cy="361971"/>
              </a:xfrm>
              <a:custGeom>
                <a:avLst/>
                <a:gdLst>
                  <a:gd name="connsiteX0" fmla="*/ 180835 w 362309"/>
                  <a:gd name="connsiteY0" fmla="*/ 0 h 361971"/>
                  <a:gd name="connsiteX1" fmla="*/ 0 w 362309"/>
                  <a:gd name="connsiteY1" fmla="*/ 180667 h 361971"/>
                  <a:gd name="connsiteX2" fmla="*/ 180835 w 362309"/>
                  <a:gd name="connsiteY2" fmla="*/ 361972 h 361971"/>
                  <a:gd name="connsiteX3" fmla="*/ 362309 w 362309"/>
                  <a:gd name="connsiteY3" fmla="*/ 180667 h 361971"/>
                  <a:gd name="connsiteX4" fmla="*/ 362309 w 362309"/>
                  <a:gd name="connsiteY4" fmla="*/ 180667 h 361971"/>
                  <a:gd name="connsiteX5" fmla="*/ 180835 w 362309"/>
                  <a:gd name="connsiteY5" fmla="*/ 0 h 361971"/>
                  <a:gd name="connsiteX6" fmla="*/ 180835 w 362309"/>
                  <a:gd name="connsiteY6" fmla="*/ 291110 h 361971"/>
                  <a:gd name="connsiteX7" fmla="*/ 70289 w 362309"/>
                  <a:gd name="connsiteY7" fmla="*/ 180667 h 361971"/>
                  <a:gd name="connsiteX8" fmla="*/ 180835 w 362309"/>
                  <a:gd name="connsiteY8" fmla="*/ 70224 h 361971"/>
                  <a:gd name="connsiteX9" fmla="*/ 291381 w 362309"/>
                  <a:gd name="connsiteY9" fmla="*/ 180667 h 361971"/>
                  <a:gd name="connsiteX10" fmla="*/ 180835 w 362309"/>
                  <a:gd name="connsiteY10" fmla="*/ 291110 h 36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62309" h="361971">
                    <a:moveTo>
                      <a:pt x="180835" y="0"/>
                    </a:moveTo>
                    <a:cubicBezTo>
                      <a:pt x="80513" y="0"/>
                      <a:pt x="0" y="81077"/>
                      <a:pt x="0" y="180667"/>
                    </a:cubicBezTo>
                    <a:cubicBezTo>
                      <a:pt x="0" y="280895"/>
                      <a:pt x="81152" y="361972"/>
                      <a:pt x="180835" y="361972"/>
                    </a:cubicBezTo>
                    <a:cubicBezTo>
                      <a:pt x="280518" y="361972"/>
                      <a:pt x="362309" y="280895"/>
                      <a:pt x="362309" y="180667"/>
                    </a:cubicBezTo>
                    <a:cubicBezTo>
                      <a:pt x="362309" y="180667"/>
                      <a:pt x="362309" y="180667"/>
                      <a:pt x="362309" y="180667"/>
                    </a:cubicBezTo>
                    <a:cubicBezTo>
                      <a:pt x="361670" y="81077"/>
                      <a:pt x="281157" y="0"/>
                      <a:pt x="180835" y="0"/>
                    </a:cubicBezTo>
                    <a:close/>
                    <a:moveTo>
                      <a:pt x="180835" y="291110"/>
                    </a:moveTo>
                    <a:cubicBezTo>
                      <a:pt x="120131" y="291110"/>
                      <a:pt x="70289" y="241953"/>
                      <a:pt x="70289" y="180667"/>
                    </a:cubicBezTo>
                    <a:cubicBezTo>
                      <a:pt x="70289" y="120019"/>
                      <a:pt x="119492" y="70224"/>
                      <a:pt x="180835" y="70224"/>
                    </a:cubicBezTo>
                    <a:cubicBezTo>
                      <a:pt x="242179" y="70224"/>
                      <a:pt x="291381" y="119381"/>
                      <a:pt x="291381" y="180667"/>
                    </a:cubicBezTo>
                    <a:cubicBezTo>
                      <a:pt x="291381" y="241953"/>
                      <a:pt x="241540" y="291110"/>
                      <a:pt x="180835" y="291110"/>
                    </a:cubicBezTo>
                    <a:close/>
                  </a:path>
                </a:pathLst>
              </a:custGeom>
              <a:solidFill>
                <a:srgbClr val="FF9900"/>
              </a:solidFill>
              <a:ln w="63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dirty="0"/>
              </a:p>
            </p:txBody>
          </p:sp>
        </p:grpSp>
      </p:grpSp>
      <p:grpSp>
        <p:nvGrpSpPr>
          <p:cNvPr id="1047" name="Group 1046">
            <a:extLst>
              <a:ext uri="{FF2B5EF4-FFF2-40B4-BE49-F238E27FC236}">
                <a16:creationId xmlns:a16="http://schemas.microsoft.com/office/drawing/2014/main" id="{81F2730A-6936-BB02-C592-C170267BA8F2}"/>
              </a:ext>
            </a:extLst>
          </p:cNvPr>
          <p:cNvGrpSpPr/>
          <p:nvPr/>
        </p:nvGrpSpPr>
        <p:grpSpPr>
          <a:xfrm>
            <a:off x="5208422" y="3105343"/>
            <a:ext cx="151200" cy="151200"/>
            <a:chOff x="4488336" y="3288215"/>
            <a:chExt cx="642938" cy="642938"/>
          </a:xfrm>
        </p:grpSpPr>
        <p:sp>
          <p:nvSpPr>
            <p:cNvPr id="1046" name="Oval 1045">
              <a:extLst>
                <a:ext uri="{FF2B5EF4-FFF2-40B4-BE49-F238E27FC236}">
                  <a16:creationId xmlns:a16="http://schemas.microsoft.com/office/drawing/2014/main" id="{69660C86-E46E-362A-F9E4-31FA89D2B7C5}"/>
                </a:ext>
              </a:extLst>
            </p:cNvPr>
            <p:cNvSpPr/>
            <p:nvPr/>
          </p:nvSpPr>
          <p:spPr bwMode="gray">
            <a:xfrm>
              <a:off x="4488336" y="3288215"/>
              <a:ext cx="642938" cy="642938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de-DE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039" name="Sales &amp; Strategy51">
              <a:extLst>
                <a:ext uri="{FF2B5EF4-FFF2-40B4-BE49-F238E27FC236}">
                  <a16:creationId xmlns:a16="http://schemas.microsoft.com/office/drawing/2014/main" id="{771E454C-E705-9890-C6C3-5585BBA6DC40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4488336" y="3288215"/>
              <a:ext cx="642938" cy="642938"/>
            </a:xfrm>
            <a:custGeom>
              <a:avLst/>
              <a:gdLst>
                <a:gd name="connsiteX0" fmla="*/ 180835 w 362309"/>
                <a:gd name="connsiteY0" fmla="*/ 0 h 361971"/>
                <a:gd name="connsiteX1" fmla="*/ 0 w 362309"/>
                <a:gd name="connsiteY1" fmla="*/ 181305 h 361971"/>
                <a:gd name="connsiteX2" fmla="*/ 181474 w 362309"/>
                <a:gd name="connsiteY2" fmla="*/ 361972 h 361971"/>
                <a:gd name="connsiteX3" fmla="*/ 362310 w 362309"/>
                <a:gd name="connsiteY3" fmla="*/ 180667 h 361971"/>
                <a:gd name="connsiteX4" fmla="*/ 180835 w 362309"/>
                <a:gd name="connsiteY4" fmla="*/ 0 h 361971"/>
                <a:gd name="connsiteX5" fmla="*/ 180835 w 362309"/>
                <a:gd name="connsiteY5" fmla="*/ 0 h 361971"/>
                <a:gd name="connsiteX6" fmla="*/ 283074 w 362309"/>
                <a:gd name="connsiteY6" fmla="*/ 112997 h 361971"/>
                <a:gd name="connsiteX7" fmla="*/ 138662 w 362309"/>
                <a:gd name="connsiteY7" fmla="*/ 257913 h 361971"/>
                <a:gd name="connsiteX8" fmla="*/ 129716 w 362309"/>
                <a:gd name="connsiteY8" fmla="*/ 257913 h 361971"/>
                <a:gd name="connsiteX9" fmla="*/ 129716 w 362309"/>
                <a:gd name="connsiteY9" fmla="*/ 257913 h 361971"/>
                <a:gd name="connsiteX10" fmla="*/ 79235 w 362309"/>
                <a:gd name="connsiteY10" fmla="*/ 207479 h 361971"/>
                <a:gd name="connsiteX11" fmla="*/ 79235 w 362309"/>
                <a:gd name="connsiteY11" fmla="*/ 198542 h 361971"/>
                <a:gd name="connsiteX12" fmla="*/ 88181 w 362309"/>
                <a:gd name="connsiteY12" fmla="*/ 198542 h 361971"/>
                <a:gd name="connsiteX13" fmla="*/ 88181 w 362309"/>
                <a:gd name="connsiteY13" fmla="*/ 198542 h 361971"/>
                <a:gd name="connsiteX14" fmla="*/ 134189 w 362309"/>
                <a:gd name="connsiteY14" fmla="*/ 244506 h 361971"/>
                <a:gd name="connsiteX15" fmla="*/ 274767 w 362309"/>
                <a:gd name="connsiteY15" fmla="*/ 104059 h 361971"/>
                <a:gd name="connsiteX16" fmla="*/ 283713 w 362309"/>
                <a:gd name="connsiteY16" fmla="*/ 104059 h 361971"/>
                <a:gd name="connsiteX17" fmla="*/ 283713 w 362309"/>
                <a:gd name="connsiteY17" fmla="*/ 112997 h 361971"/>
                <a:gd name="connsiteX18" fmla="*/ 283713 w 362309"/>
                <a:gd name="connsiteY18" fmla="*/ 112997 h 361971"/>
                <a:gd name="connsiteX19" fmla="*/ 283074 w 362309"/>
                <a:gd name="connsiteY19" fmla="*/ 112997 h 361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2309" h="361971">
                  <a:moveTo>
                    <a:pt x="180835" y="0"/>
                  </a:moveTo>
                  <a:cubicBezTo>
                    <a:pt x="80513" y="0"/>
                    <a:pt x="0" y="81077"/>
                    <a:pt x="0" y="181305"/>
                  </a:cubicBezTo>
                  <a:cubicBezTo>
                    <a:pt x="0" y="281534"/>
                    <a:pt x="81152" y="361972"/>
                    <a:pt x="181474" y="361972"/>
                  </a:cubicBezTo>
                  <a:cubicBezTo>
                    <a:pt x="281157" y="361972"/>
                    <a:pt x="362310" y="280895"/>
                    <a:pt x="362310" y="180667"/>
                  </a:cubicBezTo>
                  <a:cubicBezTo>
                    <a:pt x="362310" y="81077"/>
                    <a:pt x="281157" y="0"/>
                    <a:pt x="180835" y="0"/>
                  </a:cubicBezTo>
                  <a:cubicBezTo>
                    <a:pt x="180835" y="0"/>
                    <a:pt x="180835" y="0"/>
                    <a:pt x="180835" y="0"/>
                  </a:cubicBezTo>
                  <a:close/>
                  <a:moveTo>
                    <a:pt x="283074" y="112997"/>
                  </a:moveTo>
                  <a:lnTo>
                    <a:pt x="138662" y="257913"/>
                  </a:lnTo>
                  <a:cubicBezTo>
                    <a:pt x="136106" y="260466"/>
                    <a:pt x="132272" y="260466"/>
                    <a:pt x="129716" y="257913"/>
                  </a:cubicBezTo>
                  <a:cubicBezTo>
                    <a:pt x="129716" y="257913"/>
                    <a:pt x="129716" y="257913"/>
                    <a:pt x="129716" y="257913"/>
                  </a:cubicBezTo>
                  <a:lnTo>
                    <a:pt x="79235" y="207479"/>
                  </a:lnTo>
                  <a:cubicBezTo>
                    <a:pt x="76679" y="204926"/>
                    <a:pt x="76679" y="201095"/>
                    <a:pt x="79235" y="198542"/>
                  </a:cubicBezTo>
                  <a:cubicBezTo>
                    <a:pt x="81791" y="195988"/>
                    <a:pt x="85625" y="195988"/>
                    <a:pt x="88181" y="198542"/>
                  </a:cubicBezTo>
                  <a:lnTo>
                    <a:pt x="88181" y="198542"/>
                  </a:lnTo>
                  <a:lnTo>
                    <a:pt x="134189" y="244506"/>
                  </a:lnTo>
                  <a:lnTo>
                    <a:pt x="274767" y="104059"/>
                  </a:lnTo>
                  <a:cubicBezTo>
                    <a:pt x="277323" y="101505"/>
                    <a:pt x="281157" y="101505"/>
                    <a:pt x="283713" y="104059"/>
                  </a:cubicBezTo>
                  <a:cubicBezTo>
                    <a:pt x="286269" y="106613"/>
                    <a:pt x="286269" y="110443"/>
                    <a:pt x="283713" y="112997"/>
                  </a:cubicBezTo>
                  <a:lnTo>
                    <a:pt x="283713" y="112997"/>
                  </a:lnTo>
                  <a:lnTo>
                    <a:pt x="283074" y="112997"/>
                  </a:lnTo>
                  <a:close/>
                </a:path>
              </a:pathLst>
            </a:custGeom>
            <a:solidFill>
              <a:schemeClr val="accent1"/>
            </a:solidFill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</p:grpSp>
      <p:grpSp>
        <p:nvGrpSpPr>
          <p:cNvPr id="1048" name="Group 1047">
            <a:extLst>
              <a:ext uri="{FF2B5EF4-FFF2-40B4-BE49-F238E27FC236}">
                <a16:creationId xmlns:a16="http://schemas.microsoft.com/office/drawing/2014/main" id="{DC891657-CB46-A162-2C41-241FD0AEE3CD}"/>
              </a:ext>
            </a:extLst>
          </p:cNvPr>
          <p:cNvGrpSpPr/>
          <p:nvPr/>
        </p:nvGrpSpPr>
        <p:grpSpPr>
          <a:xfrm>
            <a:off x="5208422" y="3388000"/>
            <a:ext cx="151200" cy="151200"/>
            <a:chOff x="4488336" y="3288215"/>
            <a:chExt cx="642938" cy="642938"/>
          </a:xfrm>
        </p:grpSpPr>
        <p:sp>
          <p:nvSpPr>
            <p:cNvPr id="1049" name="Oval 1048">
              <a:extLst>
                <a:ext uri="{FF2B5EF4-FFF2-40B4-BE49-F238E27FC236}">
                  <a16:creationId xmlns:a16="http://schemas.microsoft.com/office/drawing/2014/main" id="{465154AF-6B19-0736-50FE-5C3FB377907A}"/>
                </a:ext>
              </a:extLst>
            </p:cNvPr>
            <p:cNvSpPr/>
            <p:nvPr/>
          </p:nvSpPr>
          <p:spPr bwMode="gray">
            <a:xfrm>
              <a:off x="4488336" y="3288215"/>
              <a:ext cx="642938" cy="642938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de-DE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050" name="Sales &amp; Strategy51">
              <a:extLst>
                <a:ext uri="{FF2B5EF4-FFF2-40B4-BE49-F238E27FC236}">
                  <a16:creationId xmlns:a16="http://schemas.microsoft.com/office/drawing/2014/main" id="{435C050C-8DA2-58EC-C45A-CB27388E17BB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4488336" y="3288215"/>
              <a:ext cx="642938" cy="642938"/>
            </a:xfrm>
            <a:custGeom>
              <a:avLst/>
              <a:gdLst>
                <a:gd name="connsiteX0" fmla="*/ 180835 w 362309"/>
                <a:gd name="connsiteY0" fmla="*/ 0 h 361971"/>
                <a:gd name="connsiteX1" fmla="*/ 0 w 362309"/>
                <a:gd name="connsiteY1" fmla="*/ 181305 h 361971"/>
                <a:gd name="connsiteX2" fmla="*/ 181474 w 362309"/>
                <a:gd name="connsiteY2" fmla="*/ 361972 h 361971"/>
                <a:gd name="connsiteX3" fmla="*/ 362310 w 362309"/>
                <a:gd name="connsiteY3" fmla="*/ 180667 h 361971"/>
                <a:gd name="connsiteX4" fmla="*/ 180835 w 362309"/>
                <a:gd name="connsiteY4" fmla="*/ 0 h 361971"/>
                <a:gd name="connsiteX5" fmla="*/ 180835 w 362309"/>
                <a:gd name="connsiteY5" fmla="*/ 0 h 361971"/>
                <a:gd name="connsiteX6" fmla="*/ 283074 w 362309"/>
                <a:gd name="connsiteY6" fmla="*/ 112997 h 361971"/>
                <a:gd name="connsiteX7" fmla="*/ 138662 w 362309"/>
                <a:gd name="connsiteY7" fmla="*/ 257913 h 361971"/>
                <a:gd name="connsiteX8" fmla="*/ 129716 w 362309"/>
                <a:gd name="connsiteY8" fmla="*/ 257913 h 361971"/>
                <a:gd name="connsiteX9" fmla="*/ 129716 w 362309"/>
                <a:gd name="connsiteY9" fmla="*/ 257913 h 361971"/>
                <a:gd name="connsiteX10" fmla="*/ 79235 w 362309"/>
                <a:gd name="connsiteY10" fmla="*/ 207479 h 361971"/>
                <a:gd name="connsiteX11" fmla="*/ 79235 w 362309"/>
                <a:gd name="connsiteY11" fmla="*/ 198542 h 361971"/>
                <a:gd name="connsiteX12" fmla="*/ 88181 w 362309"/>
                <a:gd name="connsiteY12" fmla="*/ 198542 h 361971"/>
                <a:gd name="connsiteX13" fmla="*/ 88181 w 362309"/>
                <a:gd name="connsiteY13" fmla="*/ 198542 h 361971"/>
                <a:gd name="connsiteX14" fmla="*/ 134189 w 362309"/>
                <a:gd name="connsiteY14" fmla="*/ 244506 h 361971"/>
                <a:gd name="connsiteX15" fmla="*/ 274767 w 362309"/>
                <a:gd name="connsiteY15" fmla="*/ 104059 h 361971"/>
                <a:gd name="connsiteX16" fmla="*/ 283713 w 362309"/>
                <a:gd name="connsiteY16" fmla="*/ 104059 h 361971"/>
                <a:gd name="connsiteX17" fmla="*/ 283713 w 362309"/>
                <a:gd name="connsiteY17" fmla="*/ 112997 h 361971"/>
                <a:gd name="connsiteX18" fmla="*/ 283713 w 362309"/>
                <a:gd name="connsiteY18" fmla="*/ 112997 h 361971"/>
                <a:gd name="connsiteX19" fmla="*/ 283074 w 362309"/>
                <a:gd name="connsiteY19" fmla="*/ 112997 h 361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2309" h="361971">
                  <a:moveTo>
                    <a:pt x="180835" y="0"/>
                  </a:moveTo>
                  <a:cubicBezTo>
                    <a:pt x="80513" y="0"/>
                    <a:pt x="0" y="81077"/>
                    <a:pt x="0" y="181305"/>
                  </a:cubicBezTo>
                  <a:cubicBezTo>
                    <a:pt x="0" y="281534"/>
                    <a:pt x="81152" y="361972"/>
                    <a:pt x="181474" y="361972"/>
                  </a:cubicBezTo>
                  <a:cubicBezTo>
                    <a:pt x="281157" y="361972"/>
                    <a:pt x="362310" y="280895"/>
                    <a:pt x="362310" y="180667"/>
                  </a:cubicBezTo>
                  <a:cubicBezTo>
                    <a:pt x="362310" y="81077"/>
                    <a:pt x="281157" y="0"/>
                    <a:pt x="180835" y="0"/>
                  </a:cubicBezTo>
                  <a:cubicBezTo>
                    <a:pt x="180835" y="0"/>
                    <a:pt x="180835" y="0"/>
                    <a:pt x="180835" y="0"/>
                  </a:cubicBezTo>
                  <a:close/>
                  <a:moveTo>
                    <a:pt x="283074" y="112997"/>
                  </a:moveTo>
                  <a:lnTo>
                    <a:pt x="138662" y="257913"/>
                  </a:lnTo>
                  <a:cubicBezTo>
                    <a:pt x="136106" y="260466"/>
                    <a:pt x="132272" y="260466"/>
                    <a:pt x="129716" y="257913"/>
                  </a:cubicBezTo>
                  <a:cubicBezTo>
                    <a:pt x="129716" y="257913"/>
                    <a:pt x="129716" y="257913"/>
                    <a:pt x="129716" y="257913"/>
                  </a:cubicBezTo>
                  <a:lnTo>
                    <a:pt x="79235" y="207479"/>
                  </a:lnTo>
                  <a:cubicBezTo>
                    <a:pt x="76679" y="204926"/>
                    <a:pt x="76679" y="201095"/>
                    <a:pt x="79235" y="198542"/>
                  </a:cubicBezTo>
                  <a:cubicBezTo>
                    <a:pt x="81791" y="195988"/>
                    <a:pt x="85625" y="195988"/>
                    <a:pt x="88181" y="198542"/>
                  </a:cubicBezTo>
                  <a:lnTo>
                    <a:pt x="88181" y="198542"/>
                  </a:lnTo>
                  <a:lnTo>
                    <a:pt x="134189" y="244506"/>
                  </a:lnTo>
                  <a:lnTo>
                    <a:pt x="274767" y="104059"/>
                  </a:lnTo>
                  <a:cubicBezTo>
                    <a:pt x="277323" y="101505"/>
                    <a:pt x="281157" y="101505"/>
                    <a:pt x="283713" y="104059"/>
                  </a:cubicBezTo>
                  <a:cubicBezTo>
                    <a:pt x="286269" y="106613"/>
                    <a:pt x="286269" y="110443"/>
                    <a:pt x="283713" y="112997"/>
                  </a:cubicBezTo>
                  <a:lnTo>
                    <a:pt x="283713" y="112997"/>
                  </a:lnTo>
                  <a:lnTo>
                    <a:pt x="283074" y="112997"/>
                  </a:lnTo>
                  <a:close/>
                </a:path>
              </a:pathLst>
            </a:custGeom>
            <a:solidFill>
              <a:schemeClr val="accent1"/>
            </a:solidFill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</p:grpSp>
      <p:grpSp>
        <p:nvGrpSpPr>
          <p:cNvPr id="1051" name="Group 1050">
            <a:extLst>
              <a:ext uri="{FF2B5EF4-FFF2-40B4-BE49-F238E27FC236}">
                <a16:creationId xmlns:a16="http://schemas.microsoft.com/office/drawing/2014/main" id="{5C65D505-1E67-30B2-25C1-5AB61D346FCB}"/>
              </a:ext>
            </a:extLst>
          </p:cNvPr>
          <p:cNvGrpSpPr/>
          <p:nvPr/>
        </p:nvGrpSpPr>
        <p:grpSpPr>
          <a:xfrm>
            <a:off x="5208422" y="3805669"/>
            <a:ext cx="151200" cy="151200"/>
            <a:chOff x="4488336" y="3288215"/>
            <a:chExt cx="642938" cy="642938"/>
          </a:xfrm>
        </p:grpSpPr>
        <p:sp>
          <p:nvSpPr>
            <p:cNvPr id="1052" name="Oval 1051">
              <a:extLst>
                <a:ext uri="{FF2B5EF4-FFF2-40B4-BE49-F238E27FC236}">
                  <a16:creationId xmlns:a16="http://schemas.microsoft.com/office/drawing/2014/main" id="{61ABB1FC-9C1F-3E92-AD6A-E5E4341C1D0D}"/>
                </a:ext>
              </a:extLst>
            </p:cNvPr>
            <p:cNvSpPr/>
            <p:nvPr/>
          </p:nvSpPr>
          <p:spPr bwMode="gray">
            <a:xfrm>
              <a:off x="4488336" y="3288215"/>
              <a:ext cx="642938" cy="642938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de-DE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053" name="Sales &amp; Strategy51">
              <a:extLst>
                <a:ext uri="{FF2B5EF4-FFF2-40B4-BE49-F238E27FC236}">
                  <a16:creationId xmlns:a16="http://schemas.microsoft.com/office/drawing/2014/main" id="{C7CEB51E-DDAC-99BC-A9E5-F419E856D5A3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4488336" y="3288215"/>
              <a:ext cx="642938" cy="642938"/>
            </a:xfrm>
            <a:custGeom>
              <a:avLst/>
              <a:gdLst>
                <a:gd name="connsiteX0" fmla="*/ 180835 w 362309"/>
                <a:gd name="connsiteY0" fmla="*/ 0 h 361971"/>
                <a:gd name="connsiteX1" fmla="*/ 0 w 362309"/>
                <a:gd name="connsiteY1" fmla="*/ 181305 h 361971"/>
                <a:gd name="connsiteX2" fmla="*/ 181474 w 362309"/>
                <a:gd name="connsiteY2" fmla="*/ 361972 h 361971"/>
                <a:gd name="connsiteX3" fmla="*/ 362310 w 362309"/>
                <a:gd name="connsiteY3" fmla="*/ 180667 h 361971"/>
                <a:gd name="connsiteX4" fmla="*/ 180835 w 362309"/>
                <a:gd name="connsiteY4" fmla="*/ 0 h 361971"/>
                <a:gd name="connsiteX5" fmla="*/ 180835 w 362309"/>
                <a:gd name="connsiteY5" fmla="*/ 0 h 361971"/>
                <a:gd name="connsiteX6" fmla="*/ 283074 w 362309"/>
                <a:gd name="connsiteY6" fmla="*/ 112997 h 361971"/>
                <a:gd name="connsiteX7" fmla="*/ 138662 w 362309"/>
                <a:gd name="connsiteY7" fmla="*/ 257913 h 361971"/>
                <a:gd name="connsiteX8" fmla="*/ 129716 w 362309"/>
                <a:gd name="connsiteY8" fmla="*/ 257913 h 361971"/>
                <a:gd name="connsiteX9" fmla="*/ 129716 w 362309"/>
                <a:gd name="connsiteY9" fmla="*/ 257913 h 361971"/>
                <a:gd name="connsiteX10" fmla="*/ 79235 w 362309"/>
                <a:gd name="connsiteY10" fmla="*/ 207479 h 361971"/>
                <a:gd name="connsiteX11" fmla="*/ 79235 w 362309"/>
                <a:gd name="connsiteY11" fmla="*/ 198542 h 361971"/>
                <a:gd name="connsiteX12" fmla="*/ 88181 w 362309"/>
                <a:gd name="connsiteY12" fmla="*/ 198542 h 361971"/>
                <a:gd name="connsiteX13" fmla="*/ 88181 w 362309"/>
                <a:gd name="connsiteY13" fmla="*/ 198542 h 361971"/>
                <a:gd name="connsiteX14" fmla="*/ 134189 w 362309"/>
                <a:gd name="connsiteY14" fmla="*/ 244506 h 361971"/>
                <a:gd name="connsiteX15" fmla="*/ 274767 w 362309"/>
                <a:gd name="connsiteY15" fmla="*/ 104059 h 361971"/>
                <a:gd name="connsiteX16" fmla="*/ 283713 w 362309"/>
                <a:gd name="connsiteY16" fmla="*/ 104059 h 361971"/>
                <a:gd name="connsiteX17" fmla="*/ 283713 w 362309"/>
                <a:gd name="connsiteY17" fmla="*/ 112997 h 361971"/>
                <a:gd name="connsiteX18" fmla="*/ 283713 w 362309"/>
                <a:gd name="connsiteY18" fmla="*/ 112997 h 361971"/>
                <a:gd name="connsiteX19" fmla="*/ 283074 w 362309"/>
                <a:gd name="connsiteY19" fmla="*/ 112997 h 361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2309" h="361971">
                  <a:moveTo>
                    <a:pt x="180835" y="0"/>
                  </a:moveTo>
                  <a:cubicBezTo>
                    <a:pt x="80513" y="0"/>
                    <a:pt x="0" y="81077"/>
                    <a:pt x="0" y="181305"/>
                  </a:cubicBezTo>
                  <a:cubicBezTo>
                    <a:pt x="0" y="281534"/>
                    <a:pt x="81152" y="361972"/>
                    <a:pt x="181474" y="361972"/>
                  </a:cubicBezTo>
                  <a:cubicBezTo>
                    <a:pt x="281157" y="361972"/>
                    <a:pt x="362310" y="280895"/>
                    <a:pt x="362310" y="180667"/>
                  </a:cubicBezTo>
                  <a:cubicBezTo>
                    <a:pt x="362310" y="81077"/>
                    <a:pt x="281157" y="0"/>
                    <a:pt x="180835" y="0"/>
                  </a:cubicBezTo>
                  <a:cubicBezTo>
                    <a:pt x="180835" y="0"/>
                    <a:pt x="180835" y="0"/>
                    <a:pt x="180835" y="0"/>
                  </a:cubicBezTo>
                  <a:close/>
                  <a:moveTo>
                    <a:pt x="283074" y="112997"/>
                  </a:moveTo>
                  <a:lnTo>
                    <a:pt x="138662" y="257913"/>
                  </a:lnTo>
                  <a:cubicBezTo>
                    <a:pt x="136106" y="260466"/>
                    <a:pt x="132272" y="260466"/>
                    <a:pt x="129716" y="257913"/>
                  </a:cubicBezTo>
                  <a:cubicBezTo>
                    <a:pt x="129716" y="257913"/>
                    <a:pt x="129716" y="257913"/>
                    <a:pt x="129716" y="257913"/>
                  </a:cubicBezTo>
                  <a:lnTo>
                    <a:pt x="79235" y="207479"/>
                  </a:lnTo>
                  <a:cubicBezTo>
                    <a:pt x="76679" y="204926"/>
                    <a:pt x="76679" y="201095"/>
                    <a:pt x="79235" y="198542"/>
                  </a:cubicBezTo>
                  <a:cubicBezTo>
                    <a:pt x="81791" y="195988"/>
                    <a:pt x="85625" y="195988"/>
                    <a:pt x="88181" y="198542"/>
                  </a:cubicBezTo>
                  <a:lnTo>
                    <a:pt x="88181" y="198542"/>
                  </a:lnTo>
                  <a:lnTo>
                    <a:pt x="134189" y="244506"/>
                  </a:lnTo>
                  <a:lnTo>
                    <a:pt x="274767" y="104059"/>
                  </a:lnTo>
                  <a:cubicBezTo>
                    <a:pt x="277323" y="101505"/>
                    <a:pt x="281157" y="101505"/>
                    <a:pt x="283713" y="104059"/>
                  </a:cubicBezTo>
                  <a:cubicBezTo>
                    <a:pt x="286269" y="106613"/>
                    <a:pt x="286269" y="110443"/>
                    <a:pt x="283713" y="112997"/>
                  </a:cubicBezTo>
                  <a:lnTo>
                    <a:pt x="283713" y="112997"/>
                  </a:lnTo>
                  <a:lnTo>
                    <a:pt x="283074" y="112997"/>
                  </a:lnTo>
                  <a:close/>
                </a:path>
              </a:pathLst>
            </a:custGeom>
            <a:solidFill>
              <a:schemeClr val="accent1"/>
            </a:solidFill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</p:grpSp>
      <p:grpSp>
        <p:nvGrpSpPr>
          <p:cNvPr id="1054" name="Group 1053">
            <a:extLst>
              <a:ext uri="{FF2B5EF4-FFF2-40B4-BE49-F238E27FC236}">
                <a16:creationId xmlns:a16="http://schemas.microsoft.com/office/drawing/2014/main" id="{8F4E2EEE-74FB-F2E3-6A92-854DAAE3C78A}"/>
              </a:ext>
            </a:extLst>
          </p:cNvPr>
          <p:cNvGrpSpPr/>
          <p:nvPr/>
        </p:nvGrpSpPr>
        <p:grpSpPr>
          <a:xfrm>
            <a:off x="5208422" y="4097962"/>
            <a:ext cx="151200" cy="151200"/>
            <a:chOff x="4488336" y="3288215"/>
            <a:chExt cx="642938" cy="642938"/>
          </a:xfrm>
        </p:grpSpPr>
        <p:sp>
          <p:nvSpPr>
            <p:cNvPr id="1055" name="Oval 1054">
              <a:extLst>
                <a:ext uri="{FF2B5EF4-FFF2-40B4-BE49-F238E27FC236}">
                  <a16:creationId xmlns:a16="http://schemas.microsoft.com/office/drawing/2014/main" id="{D4844ABC-3427-EC01-9670-8CF97B0C6CD4}"/>
                </a:ext>
              </a:extLst>
            </p:cNvPr>
            <p:cNvSpPr/>
            <p:nvPr/>
          </p:nvSpPr>
          <p:spPr bwMode="gray">
            <a:xfrm>
              <a:off x="4488336" y="3288215"/>
              <a:ext cx="642938" cy="642938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de-DE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056" name="Sales &amp; Strategy51">
              <a:extLst>
                <a:ext uri="{FF2B5EF4-FFF2-40B4-BE49-F238E27FC236}">
                  <a16:creationId xmlns:a16="http://schemas.microsoft.com/office/drawing/2014/main" id="{201FA85D-7AD9-09F6-5B50-14A2F942CB3D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4488336" y="3288215"/>
              <a:ext cx="642938" cy="642938"/>
            </a:xfrm>
            <a:custGeom>
              <a:avLst/>
              <a:gdLst>
                <a:gd name="connsiteX0" fmla="*/ 180835 w 362309"/>
                <a:gd name="connsiteY0" fmla="*/ 0 h 361971"/>
                <a:gd name="connsiteX1" fmla="*/ 0 w 362309"/>
                <a:gd name="connsiteY1" fmla="*/ 181305 h 361971"/>
                <a:gd name="connsiteX2" fmla="*/ 181474 w 362309"/>
                <a:gd name="connsiteY2" fmla="*/ 361972 h 361971"/>
                <a:gd name="connsiteX3" fmla="*/ 362310 w 362309"/>
                <a:gd name="connsiteY3" fmla="*/ 180667 h 361971"/>
                <a:gd name="connsiteX4" fmla="*/ 180835 w 362309"/>
                <a:gd name="connsiteY4" fmla="*/ 0 h 361971"/>
                <a:gd name="connsiteX5" fmla="*/ 180835 w 362309"/>
                <a:gd name="connsiteY5" fmla="*/ 0 h 361971"/>
                <a:gd name="connsiteX6" fmla="*/ 283074 w 362309"/>
                <a:gd name="connsiteY6" fmla="*/ 112997 h 361971"/>
                <a:gd name="connsiteX7" fmla="*/ 138662 w 362309"/>
                <a:gd name="connsiteY7" fmla="*/ 257913 h 361971"/>
                <a:gd name="connsiteX8" fmla="*/ 129716 w 362309"/>
                <a:gd name="connsiteY8" fmla="*/ 257913 h 361971"/>
                <a:gd name="connsiteX9" fmla="*/ 129716 w 362309"/>
                <a:gd name="connsiteY9" fmla="*/ 257913 h 361971"/>
                <a:gd name="connsiteX10" fmla="*/ 79235 w 362309"/>
                <a:gd name="connsiteY10" fmla="*/ 207479 h 361971"/>
                <a:gd name="connsiteX11" fmla="*/ 79235 w 362309"/>
                <a:gd name="connsiteY11" fmla="*/ 198542 h 361971"/>
                <a:gd name="connsiteX12" fmla="*/ 88181 w 362309"/>
                <a:gd name="connsiteY12" fmla="*/ 198542 h 361971"/>
                <a:gd name="connsiteX13" fmla="*/ 88181 w 362309"/>
                <a:gd name="connsiteY13" fmla="*/ 198542 h 361971"/>
                <a:gd name="connsiteX14" fmla="*/ 134189 w 362309"/>
                <a:gd name="connsiteY14" fmla="*/ 244506 h 361971"/>
                <a:gd name="connsiteX15" fmla="*/ 274767 w 362309"/>
                <a:gd name="connsiteY15" fmla="*/ 104059 h 361971"/>
                <a:gd name="connsiteX16" fmla="*/ 283713 w 362309"/>
                <a:gd name="connsiteY16" fmla="*/ 104059 h 361971"/>
                <a:gd name="connsiteX17" fmla="*/ 283713 w 362309"/>
                <a:gd name="connsiteY17" fmla="*/ 112997 h 361971"/>
                <a:gd name="connsiteX18" fmla="*/ 283713 w 362309"/>
                <a:gd name="connsiteY18" fmla="*/ 112997 h 361971"/>
                <a:gd name="connsiteX19" fmla="*/ 283074 w 362309"/>
                <a:gd name="connsiteY19" fmla="*/ 112997 h 361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2309" h="361971">
                  <a:moveTo>
                    <a:pt x="180835" y="0"/>
                  </a:moveTo>
                  <a:cubicBezTo>
                    <a:pt x="80513" y="0"/>
                    <a:pt x="0" y="81077"/>
                    <a:pt x="0" y="181305"/>
                  </a:cubicBezTo>
                  <a:cubicBezTo>
                    <a:pt x="0" y="281534"/>
                    <a:pt x="81152" y="361972"/>
                    <a:pt x="181474" y="361972"/>
                  </a:cubicBezTo>
                  <a:cubicBezTo>
                    <a:pt x="281157" y="361972"/>
                    <a:pt x="362310" y="280895"/>
                    <a:pt x="362310" y="180667"/>
                  </a:cubicBezTo>
                  <a:cubicBezTo>
                    <a:pt x="362310" y="81077"/>
                    <a:pt x="281157" y="0"/>
                    <a:pt x="180835" y="0"/>
                  </a:cubicBezTo>
                  <a:cubicBezTo>
                    <a:pt x="180835" y="0"/>
                    <a:pt x="180835" y="0"/>
                    <a:pt x="180835" y="0"/>
                  </a:cubicBezTo>
                  <a:close/>
                  <a:moveTo>
                    <a:pt x="283074" y="112997"/>
                  </a:moveTo>
                  <a:lnTo>
                    <a:pt x="138662" y="257913"/>
                  </a:lnTo>
                  <a:cubicBezTo>
                    <a:pt x="136106" y="260466"/>
                    <a:pt x="132272" y="260466"/>
                    <a:pt x="129716" y="257913"/>
                  </a:cubicBezTo>
                  <a:cubicBezTo>
                    <a:pt x="129716" y="257913"/>
                    <a:pt x="129716" y="257913"/>
                    <a:pt x="129716" y="257913"/>
                  </a:cubicBezTo>
                  <a:lnTo>
                    <a:pt x="79235" y="207479"/>
                  </a:lnTo>
                  <a:cubicBezTo>
                    <a:pt x="76679" y="204926"/>
                    <a:pt x="76679" y="201095"/>
                    <a:pt x="79235" y="198542"/>
                  </a:cubicBezTo>
                  <a:cubicBezTo>
                    <a:pt x="81791" y="195988"/>
                    <a:pt x="85625" y="195988"/>
                    <a:pt x="88181" y="198542"/>
                  </a:cubicBezTo>
                  <a:lnTo>
                    <a:pt x="88181" y="198542"/>
                  </a:lnTo>
                  <a:lnTo>
                    <a:pt x="134189" y="244506"/>
                  </a:lnTo>
                  <a:lnTo>
                    <a:pt x="274767" y="104059"/>
                  </a:lnTo>
                  <a:cubicBezTo>
                    <a:pt x="277323" y="101505"/>
                    <a:pt x="281157" y="101505"/>
                    <a:pt x="283713" y="104059"/>
                  </a:cubicBezTo>
                  <a:cubicBezTo>
                    <a:pt x="286269" y="106613"/>
                    <a:pt x="286269" y="110443"/>
                    <a:pt x="283713" y="112997"/>
                  </a:cubicBezTo>
                  <a:lnTo>
                    <a:pt x="283713" y="112997"/>
                  </a:lnTo>
                  <a:lnTo>
                    <a:pt x="283074" y="112997"/>
                  </a:lnTo>
                  <a:close/>
                </a:path>
              </a:pathLst>
            </a:custGeom>
            <a:solidFill>
              <a:schemeClr val="accent1"/>
            </a:solidFill>
            <a:ln w="63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dirty="0"/>
            </a:p>
          </p:txBody>
        </p:sp>
      </p:grpSp>
      <p:grpSp>
        <p:nvGrpSpPr>
          <p:cNvPr id="1069" name="Group 1068">
            <a:extLst>
              <a:ext uri="{FF2B5EF4-FFF2-40B4-BE49-F238E27FC236}">
                <a16:creationId xmlns:a16="http://schemas.microsoft.com/office/drawing/2014/main" id="{98546958-E59B-4255-45F4-C6D55E0074EE}"/>
              </a:ext>
            </a:extLst>
          </p:cNvPr>
          <p:cNvGrpSpPr/>
          <p:nvPr/>
        </p:nvGrpSpPr>
        <p:grpSpPr>
          <a:xfrm>
            <a:off x="521064" y="5983078"/>
            <a:ext cx="151200" cy="151200"/>
            <a:chOff x="302949" y="3278014"/>
            <a:chExt cx="330319" cy="330011"/>
          </a:xfrm>
        </p:grpSpPr>
        <p:sp>
          <p:nvSpPr>
            <p:cNvPr id="1070" name="Oval 1069">
              <a:extLst>
                <a:ext uri="{FF2B5EF4-FFF2-40B4-BE49-F238E27FC236}">
                  <a16:creationId xmlns:a16="http://schemas.microsoft.com/office/drawing/2014/main" id="{F04CA299-4E99-DBB6-5DBC-05261DC6EDCA}"/>
                </a:ext>
              </a:extLst>
            </p:cNvPr>
            <p:cNvSpPr/>
            <p:nvPr/>
          </p:nvSpPr>
          <p:spPr bwMode="gray">
            <a:xfrm>
              <a:off x="302949" y="3278014"/>
              <a:ext cx="330319" cy="330011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de-DE" sz="1600" b="1" dirty="0">
                <a:solidFill>
                  <a:schemeClr val="bg1"/>
                </a:solidFill>
              </a:endParaRPr>
            </a:p>
          </p:txBody>
        </p:sp>
        <p:grpSp>
          <p:nvGrpSpPr>
            <p:cNvPr id="1071" name="Arrows &amp; Direction098">
              <a:extLst>
                <a:ext uri="{FF2B5EF4-FFF2-40B4-BE49-F238E27FC236}">
                  <a16:creationId xmlns:a16="http://schemas.microsoft.com/office/drawing/2014/main" id="{D271276A-EA03-0D23-2334-311E507DBD20}"/>
                </a:ext>
              </a:extLst>
            </p:cNvPr>
            <p:cNvGrpSpPr>
              <a:grpSpLocks/>
            </p:cNvGrpSpPr>
            <p:nvPr>
              <p:custDataLst>
                <p:tags r:id="rId2"/>
              </p:custDataLst>
            </p:nvPr>
          </p:nvGrpSpPr>
          <p:grpSpPr>
            <a:xfrm>
              <a:off x="302949" y="3278014"/>
              <a:ext cx="330319" cy="330011"/>
              <a:chOff x="905454" y="3824168"/>
              <a:chExt cx="362309" cy="361971"/>
            </a:xfrm>
          </p:grpSpPr>
          <p:sp>
            <p:nvSpPr>
              <p:cNvPr id="1072" name="Graphic 4">
                <a:extLst>
                  <a:ext uri="{FF2B5EF4-FFF2-40B4-BE49-F238E27FC236}">
                    <a16:creationId xmlns:a16="http://schemas.microsoft.com/office/drawing/2014/main" id="{C90C072A-6293-C346-F5CD-1303F2F8C555}"/>
                  </a:ext>
                </a:extLst>
              </p:cNvPr>
              <p:cNvSpPr/>
              <p:nvPr/>
            </p:nvSpPr>
            <p:spPr>
              <a:xfrm>
                <a:off x="989076" y="3940994"/>
                <a:ext cx="161112" cy="161116"/>
              </a:xfrm>
              <a:custGeom>
                <a:avLst/>
                <a:gdLst>
                  <a:gd name="connsiteX0" fmla="*/ 23728 w 161112"/>
                  <a:gd name="connsiteY0" fmla="*/ 0 h 161116"/>
                  <a:gd name="connsiteX1" fmla="*/ 33313 w 161112"/>
                  <a:gd name="connsiteY1" fmla="*/ 137256 h 161116"/>
                  <a:gd name="connsiteX2" fmla="*/ 161112 w 161112"/>
                  <a:gd name="connsiteY2" fmla="*/ 136617 h 161116"/>
                  <a:gd name="connsiteX3" fmla="*/ 23728 w 161112"/>
                  <a:gd name="connsiteY3" fmla="*/ 0 h 161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1112" h="161116">
                    <a:moveTo>
                      <a:pt x="23728" y="0"/>
                    </a:moveTo>
                    <a:cubicBezTo>
                      <a:pt x="-11416" y="40858"/>
                      <a:pt x="-6943" y="102144"/>
                      <a:pt x="33313" y="137256"/>
                    </a:cubicBezTo>
                    <a:cubicBezTo>
                      <a:pt x="70375" y="169176"/>
                      <a:pt x="124689" y="169176"/>
                      <a:pt x="161112" y="136617"/>
                    </a:cubicBezTo>
                    <a:lnTo>
                      <a:pt x="23728" y="0"/>
                    </a:lnTo>
                    <a:close/>
                  </a:path>
                </a:pathLst>
              </a:custGeom>
              <a:solidFill>
                <a:srgbClr val="C00000"/>
              </a:solidFill>
              <a:ln w="63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dirty="0"/>
              </a:p>
            </p:txBody>
          </p:sp>
          <p:sp>
            <p:nvSpPr>
              <p:cNvPr id="1073" name="Graphic 4">
                <a:extLst>
                  <a:ext uri="{FF2B5EF4-FFF2-40B4-BE49-F238E27FC236}">
                    <a16:creationId xmlns:a16="http://schemas.microsoft.com/office/drawing/2014/main" id="{A3614E6D-A0BA-850B-AEB6-623096137CC2}"/>
                  </a:ext>
                </a:extLst>
              </p:cNvPr>
              <p:cNvSpPr/>
              <p:nvPr/>
            </p:nvSpPr>
            <p:spPr>
              <a:xfrm>
                <a:off x="1021750" y="3907159"/>
                <a:ext cx="162503" cy="162153"/>
              </a:xfrm>
              <a:custGeom>
                <a:avLst/>
                <a:gdLst>
                  <a:gd name="connsiteX0" fmla="*/ 64538 w 162503"/>
                  <a:gd name="connsiteY0" fmla="*/ 0 h 162153"/>
                  <a:gd name="connsiteX1" fmla="*/ 0 w 162503"/>
                  <a:gd name="connsiteY1" fmla="*/ 24898 h 162153"/>
                  <a:gd name="connsiteX2" fmla="*/ 138023 w 162503"/>
                  <a:gd name="connsiteY2" fmla="*/ 162153 h 162153"/>
                  <a:gd name="connsiteX3" fmla="*/ 129077 w 162503"/>
                  <a:gd name="connsiteY3" fmla="*/ 24898 h 162153"/>
                  <a:gd name="connsiteX4" fmla="*/ 64538 w 162503"/>
                  <a:gd name="connsiteY4" fmla="*/ 0 h 162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2503" h="162153">
                    <a:moveTo>
                      <a:pt x="64538" y="0"/>
                    </a:moveTo>
                    <a:cubicBezTo>
                      <a:pt x="40896" y="0"/>
                      <a:pt x="17892" y="8938"/>
                      <a:pt x="0" y="24898"/>
                    </a:cubicBezTo>
                    <a:lnTo>
                      <a:pt x="138023" y="162153"/>
                    </a:lnTo>
                    <a:cubicBezTo>
                      <a:pt x="173806" y="121934"/>
                      <a:pt x="169972" y="60010"/>
                      <a:pt x="129077" y="24898"/>
                    </a:cubicBezTo>
                    <a:cubicBezTo>
                      <a:pt x="111185" y="8938"/>
                      <a:pt x="88181" y="0"/>
                      <a:pt x="64538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 w="63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dirty="0"/>
              </a:p>
            </p:txBody>
          </p:sp>
          <p:sp>
            <p:nvSpPr>
              <p:cNvPr id="1074" name="Graphic 4">
                <a:extLst>
                  <a:ext uri="{FF2B5EF4-FFF2-40B4-BE49-F238E27FC236}">
                    <a16:creationId xmlns:a16="http://schemas.microsoft.com/office/drawing/2014/main" id="{239067D5-2426-852D-6CBB-BB6B0667D833}"/>
                  </a:ext>
                </a:extLst>
              </p:cNvPr>
              <p:cNvSpPr/>
              <p:nvPr/>
            </p:nvSpPr>
            <p:spPr>
              <a:xfrm>
                <a:off x="905454" y="3824168"/>
                <a:ext cx="362309" cy="361971"/>
              </a:xfrm>
              <a:custGeom>
                <a:avLst/>
                <a:gdLst>
                  <a:gd name="connsiteX0" fmla="*/ 180835 w 362309"/>
                  <a:gd name="connsiteY0" fmla="*/ 0 h 361971"/>
                  <a:gd name="connsiteX1" fmla="*/ 0 w 362309"/>
                  <a:gd name="connsiteY1" fmla="*/ 180667 h 361971"/>
                  <a:gd name="connsiteX2" fmla="*/ 180835 w 362309"/>
                  <a:gd name="connsiteY2" fmla="*/ 361972 h 361971"/>
                  <a:gd name="connsiteX3" fmla="*/ 362309 w 362309"/>
                  <a:gd name="connsiteY3" fmla="*/ 180667 h 361971"/>
                  <a:gd name="connsiteX4" fmla="*/ 362309 w 362309"/>
                  <a:gd name="connsiteY4" fmla="*/ 180667 h 361971"/>
                  <a:gd name="connsiteX5" fmla="*/ 180835 w 362309"/>
                  <a:gd name="connsiteY5" fmla="*/ 0 h 361971"/>
                  <a:gd name="connsiteX6" fmla="*/ 180835 w 362309"/>
                  <a:gd name="connsiteY6" fmla="*/ 291110 h 361971"/>
                  <a:gd name="connsiteX7" fmla="*/ 70289 w 362309"/>
                  <a:gd name="connsiteY7" fmla="*/ 180667 h 361971"/>
                  <a:gd name="connsiteX8" fmla="*/ 180835 w 362309"/>
                  <a:gd name="connsiteY8" fmla="*/ 70224 h 361971"/>
                  <a:gd name="connsiteX9" fmla="*/ 291381 w 362309"/>
                  <a:gd name="connsiteY9" fmla="*/ 180667 h 361971"/>
                  <a:gd name="connsiteX10" fmla="*/ 180835 w 362309"/>
                  <a:gd name="connsiteY10" fmla="*/ 291110 h 361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62309" h="361971">
                    <a:moveTo>
                      <a:pt x="180835" y="0"/>
                    </a:moveTo>
                    <a:cubicBezTo>
                      <a:pt x="80513" y="0"/>
                      <a:pt x="0" y="81077"/>
                      <a:pt x="0" y="180667"/>
                    </a:cubicBezTo>
                    <a:cubicBezTo>
                      <a:pt x="0" y="280895"/>
                      <a:pt x="81152" y="361972"/>
                      <a:pt x="180835" y="361972"/>
                    </a:cubicBezTo>
                    <a:cubicBezTo>
                      <a:pt x="280518" y="361972"/>
                      <a:pt x="362309" y="280895"/>
                      <a:pt x="362309" y="180667"/>
                    </a:cubicBezTo>
                    <a:cubicBezTo>
                      <a:pt x="362309" y="180667"/>
                      <a:pt x="362309" y="180667"/>
                      <a:pt x="362309" y="180667"/>
                    </a:cubicBezTo>
                    <a:cubicBezTo>
                      <a:pt x="361670" y="81077"/>
                      <a:pt x="281157" y="0"/>
                      <a:pt x="180835" y="0"/>
                    </a:cubicBezTo>
                    <a:close/>
                    <a:moveTo>
                      <a:pt x="180835" y="291110"/>
                    </a:moveTo>
                    <a:cubicBezTo>
                      <a:pt x="120131" y="291110"/>
                      <a:pt x="70289" y="241953"/>
                      <a:pt x="70289" y="180667"/>
                    </a:cubicBezTo>
                    <a:cubicBezTo>
                      <a:pt x="70289" y="120019"/>
                      <a:pt x="119492" y="70224"/>
                      <a:pt x="180835" y="70224"/>
                    </a:cubicBezTo>
                    <a:cubicBezTo>
                      <a:pt x="242179" y="70224"/>
                      <a:pt x="291381" y="119381"/>
                      <a:pt x="291381" y="180667"/>
                    </a:cubicBezTo>
                    <a:cubicBezTo>
                      <a:pt x="291381" y="241953"/>
                      <a:pt x="241540" y="291110"/>
                      <a:pt x="180835" y="291110"/>
                    </a:cubicBezTo>
                    <a:close/>
                  </a:path>
                </a:pathLst>
              </a:custGeom>
              <a:solidFill>
                <a:srgbClr val="C00000"/>
              </a:solidFill>
              <a:ln w="639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dirty="0"/>
              </a:p>
            </p:txBody>
          </p:sp>
        </p:grpSp>
      </p:grpSp>
      <p:sp>
        <p:nvSpPr>
          <p:cNvPr id="1075" name="Rectangle: Rounded Corners 1074">
            <a:hlinkClick r:id="rId21"/>
            <a:extLst>
              <a:ext uri="{FF2B5EF4-FFF2-40B4-BE49-F238E27FC236}">
                <a16:creationId xmlns:a16="http://schemas.microsoft.com/office/drawing/2014/main" id="{737AA090-391C-544D-352A-44780EE71FC0}"/>
              </a:ext>
            </a:extLst>
          </p:cNvPr>
          <p:cNvSpPr/>
          <p:nvPr/>
        </p:nvSpPr>
        <p:spPr bwMode="gray">
          <a:xfrm>
            <a:off x="9919751" y="6483825"/>
            <a:ext cx="1488478" cy="230027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de-DE" sz="1400" i="1" dirty="0">
                <a:solidFill>
                  <a:schemeClr val="bg1"/>
                </a:solidFill>
              </a:rPr>
              <a:t>Link zur App</a:t>
            </a:r>
          </a:p>
        </p:txBody>
      </p: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75D964DD-CAC1-60E2-7F34-FFF645FE560E}"/>
              </a:ext>
            </a:extLst>
          </p:cNvPr>
          <p:cNvSpPr/>
          <p:nvPr/>
        </p:nvSpPr>
        <p:spPr bwMode="gray">
          <a:xfrm>
            <a:off x="9919751" y="103475"/>
            <a:ext cx="1918179" cy="189837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>
              <a:lnSpc>
                <a:spcPct val="106000"/>
              </a:lnSpc>
              <a:buFont typeface="Wingdings 2" pitchFamily="18" charset="2"/>
              <a:buNone/>
            </a:pPr>
            <a:r>
              <a:rPr lang="de-DE" sz="1400" i="1" dirty="0"/>
              <a:t>App </a:t>
            </a:r>
            <a:r>
              <a:rPr lang="de-DE" sz="1400" i="1" dirty="0" err="1"/>
              <a:t>Owner</a:t>
            </a:r>
            <a:endParaRPr lang="de-DE" sz="1400" i="1" dirty="0"/>
          </a:p>
        </p:txBody>
      </p:sp>
    </p:spTree>
    <p:extLst>
      <p:ext uri="{BB962C8B-B14F-4D97-AF65-F5344CB8AC3E}">
        <p14:creationId xmlns:p14="http://schemas.microsoft.com/office/powerpoint/2010/main" val="2419980115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QBAQEBAQEBAQEBAQEBAQMAAAAAAAAAAwAAAAMAAAAA/////wQAJww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UAAAACABAAC37/F+3oH+9Bh7qQwddHzkkEAAAAAAADAAAAAAADAAAAAwADAAAAAAADAAAAAwADAAAAAAD///////8DAAIA////////BQAAAAMAEAALnl7U7tg4L0ii9JGQT/zqhQQAAAABAAMAAAACAAMAAAABAAMAAAAC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CAI4OAAAAAAAAAAAAAP/////GAMYAAAAFX2lkABAAAAAEfv8X7egf70GHupDB10fOSQNEYXRhAFMAAAAIUHJlc2VudGF0aW9uU2Nhbm5lZEZvckxpbmtlZFNoYXBlcwAAAk51bWJlckZvcm1hdFNlcGFyYXRvck1vZGUACgAAAEF1dG9tYXRpYwAAAk5hbWUAJAAAAExpbmtlZFNoYXBlUHJlc2VudGF0aW9uU2V0dGluZ3NEYXRhABBWZXJzaW9uAAAAAAAJTGFzdFdyaXRlAHkpez6ZAQAAAAEA/////4MAgwAAAAVfaWQAEAAAAASeXtTu2DgvSKL0kZBP/OqFA0RhdGEAGwAAAARMaW5rZWRTaGFwZURhdGEABQAAAAAAAk5hbWUAGQAAAExpbmtlZFNoYXBlc0RhdGFQcm9wZXJ0eQAQVmVyc2lvbgABAAAACUxhc3RXcml0ZQBqKXs+mQ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AAIDAAAAAAAAAAAAAAgAf///////////////wAAAP///////////////wUAAAAC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JQAGTGlua2VkU2hhcGVQcmVzZW50YXRpb25TZXR0aW5nc0RhdGFfMAQAAAAAAAUAAAAAAAUAAAADAAMABAEDAAAAAwD///////8aAAZMaW5rZWRTaGFwZXNEYXRhUHJvcGVydHlfMQQAAAABAAUAAAACAAUAAAABAAUAAAAAAP///////wUAAAAAAP///////wUAAAAA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932866830338292"/>
  <p:tag name="EMPOWERCHARTSPROPERTIES_A_LENGTH" val="2457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UPDATE" val="True"/>
  <p:tag name="MIO_FALLBACK_LAYOUT" val="1"/>
  <p:tag name="MIO_SHOW_DATE" val="False"/>
  <p:tag name="MIO_SHOW_FOOTER" val="False"/>
  <p:tag name="MIO_SHOW_PAGENUMBER" val="False"/>
  <p:tag name="MIO_AVOID_BLANK_LAYOUT" val="True"/>
  <p:tag name="MIO_CD_LAYOUT_VALID_AREA" val="False"/>
  <p:tag name="MIO_EMBED_FONT" val="False"/>
  <p:tag name="MIO_MATCH_COLOR_SCHEME" val="False"/>
  <p:tag name="MIO_EKGUID" val="1137f388-d257-44c7-abdf-c0d75a0331bb"/>
  <p:tag name="MIO_DBID" val="fede6900-895c-4459-b97c-72b2b9dac459"/>
  <p:tag name="MIO_OBJECTNAME" val="01 Deloitte 16:9 (2025) short"/>
  <p:tag name="MIO_NUMBER_OF_VALID_LAYOUTS" val="31"/>
  <p:tag name="MIO_VERSION" val="12.09.2025 15:11:57"/>
  <p:tag name="MIO_LASTDOWNLOADED" val="14.10.2025 16:11:12.653"/>
  <p:tag name="MIO_CONTENTTAG" val="1teYvYXBt06B7c/+mU3lTg=="/>
  <p:tag name="MIO_CDID" val="b832c4bc-5070-4232-bfdb-3d42c9da7c2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cca1368e-8e0d-4d95-8893-9d3e0726d148"/>
  <p:tag name="MIO_GUID" val="c8f1e596-8f6a-47d7-bca2-674ce617a854"/>
  <p:tag name="MIO_UPDATE" val="True"/>
  <p:tag name="MIO_VERSION" val="05.05.2022 14:42:06"/>
  <p:tag name="MIO_DBID" val="fede6900-895c-4459-b97c-72b2b9dac459"/>
  <p:tag name="MIO_LASTDOWNLOADED" val="14.10.2025 17:08:43.783"/>
  <p:tag name="MIO_OBJECTNAME" val="Arrows &amp; Direction098"/>
  <p:tag name="MIO_CONTENTTAG" val="XyufvtU1QE+U6UJB4d7Am0zeyDCbpvVJqQselRYFCVM="/>
  <p:tag name="MIO_LASTEDITORNAME" val="Steffi Rauh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2cf89fa2-5548-4fb5-9f5b-58f0de38dd9e"/>
  <p:tag name="MIO_GUID" val="9c704cd8-e84a-4dde-b67d-4b861ecc06d2"/>
  <p:tag name="MIO_UPDATE" val="True"/>
  <p:tag name="MIO_VERSION" val="03.05.2022 09:52:01"/>
  <p:tag name="MIO_DBID" val="fede6900-895c-4459-b97c-72b2b9dac459"/>
  <p:tag name="MIO_LASTDOWNLOADED" val="14.10.2025 17:10:23.122"/>
  <p:tag name="MIO_OBJECTNAME" val="Sales &amp; Strategy51"/>
  <p:tag name="MIO_CONTENTTAG" val="RRFyM/j/IUStqh8qmfgvXjW5jXIj+xpNnOt0lmcBSBc="/>
  <p:tag name="MIO_LASTEDITORNAME" val="Steffi Rauh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2cf89fa2-5548-4fb5-9f5b-58f0de38dd9e"/>
  <p:tag name="MIO_GUID" val="9c704cd8-e84a-4dde-b67d-4b861ecc06d2"/>
  <p:tag name="MIO_UPDATE" val="True"/>
  <p:tag name="MIO_VERSION" val="03.05.2022 09:52:01"/>
  <p:tag name="MIO_DBID" val="fede6900-895c-4459-b97c-72b2b9dac459"/>
  <p:tag name="MIO_LASTDOWNLOADED" val="14.10.2025 17:10:23.122"/>
  <p:tag name="MIO_OBJECTNAME" val="Sales &amp; Strategy51"/>
  <p:tag name="MIO_CONTENTTAG" val="RRFyM/j/IUStqh8qmfgvXjW5jXIj+xpNnOt0lmcBSBc="/>
  <p:tag name="MIO_LASTEDITORNAME" val="Steffi Rauh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2cf89fa2-5548-4fb5-9f5b-58f0de38dd9e"/>
  <p:tag name="MIO_GUID" val="9c704cd8-e84a-4dde-b67d-4b861ecc06d2"/>
  <p:tag name="MIO_UPDATE" val="True"/>
  <p:tag name="MIO_VERSION" val="03.05.2022 09:52:01"/>
  <p:tag name="MIO_DBID" val="fede6900-895c-4459-b97c-72b2b9dac459"/>
  <p:tag name="MIO_LASTDOWNLOADED" val="14.10.2025 17:10:23.122"/>
  <p:tag name="MIO_OBJECTNAME" val="Sales &amp; Strategy51"/>
  <p:tag name="MIO_CONTENTTAG" val="RRFyM/j/IUStqh8qmfgvXjW5jXIj+xpNnOt0lmcBSBc="/>
  <p:tag name="MIO_LASTEDITORNAME" val="Steffi Rauh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2cf89fa2-5548-4fb5-9f5b-58f0de38dd9e"/>
  <p:tag name="MIO_GUID" val="9c704cd8-e84a-4dde-b67d-4b861ecc06d2"/>
  <p:tag name="MIO_UPDATE" val="True"/>
  <p:tag name="MIO_VERSION" val="03.05.2022 09:52:01"/>
  <p:tag name="MIO_DBID" val="fede6900-895c-4459-b97c-72b2b9dac459"/>
  <p:tag name="MIO_LASTDOWNLOADED" val="14.10.2025 17:10:23.122"/>
  <p:tag name="MIO_OBJECTNAME" val="Sales &amp; Strategy51"/>
  <p:tag name="MIO_CONTENTTAG" val="RRFyM/j/IUStqh8qmfgvXjW5jXIj+xpNnOt0lmcBSBc="/>
  <p:tag name="MIO_LASTEDITORNAME" val="Steffi Rauh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cca1368e-8e0d-4d95-8893-9d3e0726d148"/>
  <p:tag name="MIO_GUID" val="c8f1e596-8f6a-47d7-bca2-674ce617a854"/>
  <p:tag name="MIO_UPDATE" val="True"/>
  <p:tag name="MIO_VERSION" val="05.05.2022 14:42:06"/>
  <p:tag name="MIO_DBID" val="fede6900-895c-4459-b97c-72b2b9dac459"/>
  <p:tag name="MIO_LASTDOWNLOADED" val="14.10.2025 17:08:43.783"/>
  <p:tag name="MIO_OBJECTNAME" val="Arrows &amp; Direction098"/>
  <p:tag name="MIO_CONTENTTAG" val="XyufvtU1QE+U6UJB4d7Am0zeyDCbpvVJqQselRYFCVM="/>
  <p:tag name="MIO_LASTEDITORNAME" val="Steffi Rauh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cca1368e-8e0d-4d95-8893-9d3e0726d148"/>
  <p:tag name="MIO_GUID" val="c8f1e596-8f6a-47d7-bca2-674ce617a854"/>
  <p:tag name="MIO_UPDATE" val="True"/>
  <p:tag name="MIO_VERSION" val="05.05.2022 14:42:06"/>
  <p:tag name="MIO_DBID" val="fede6900-895c-4459-b97c-72b2b9dac459"/>
  <p:tag name="MIO_LASTDOWNLOADED" val="14.10.2025 17:08:43.783"/>
  <p:tag name="MIO_OBJECTNAME" val="Arrows &amp; Direction098"/>
  <p:tag name="MIO_CONTENTTAG" val="XyufvtU1QE+U6UJB4d7Am0zeyDCbpvVJqQselRYFCVM="/>
  <p:tag name="MIO_LASTEDITORNAME" val="Steffi Rauh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EKGUID" val="cca1368e-8e0d-4d95-8893-9d3e0726d148"/>
  <p:tag name="MIO_GUID" val="c8f1e596-8f6a-47d7-bca2-674ce617a854"/>
  <p:tag name="MIO_UPDATE" val="True"/>
  <p:tag name="MIO_VERSION" val="05.05.2022 14:42:06"/>
  <p:tag name="MIO_DBID" val="fede6900-895c-4459-b97c-72b2b9dac459"/>
  <p:tag name="MIO_LASTDOWNLOADED" val="14.10.2025 17:08:43.783"/>
  <p:tag name="MIO_OBJECTNAME" val="Arrows &amp; Direction098"/>
  <p:tag name="MIO_CONTENTTAG" val="XyufvtU1QE+U6UJB4d7Am0zeyDCbpvVJqQselRYFCVM="/>
  <p:tag name="MIO_LASTEDITORNAME" val="Steffi Rauh"/>
</p:tagLst>
</file>

<file path=ppt/theme/theme1.xml><?xml version="1.0" encoding="utf-8"?>
<a:theme xmlns:a="http://schemas.openxmlformats.org/drawingml/2006/main" name="Deloitte_Brand_Theme">
  <a:themeElements>
    <a:clrScheme name="Custom 3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Custom 1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>
            <a:solidFill>
              <a:srgbClr val="31313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eloitte_Brand_Theme" id="{28108E06-533F-415D-8B16-1D137DCDD4DE}" vid="{0E244294-F3D7-4586-BDBA-5ABBE6DAE5C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C6E5022B24C546A4A405698B5D732C" ma:contentTypeVersion="6" ma:contentTypeDescription="Create a new document." ma:contentTypeScope="" ma:versionID="48db6de64c94fab11845a2b8f9ce2d67">
  <xsd:schema xmlns:xsd="http://www.w3.org/2001/XMLSchema" xmlns:xs="http://www.w3.org/2001/XMLSchema" xmlns:p="http://schemas.microsoft.com/office/2006/metadata/properties" xmlns:ns2="f288083c-068d-4ee8-bb41-101b637540d8" targetNamespace="http://schemas.microsoft.com/office/2006/metadata/properties" ma:root="true" ma:fieldsID="99361c9903c35de1be5943c6f7507e60" ns2:_="">
    <xsd:import namespace="f288083c-068d-4ee8-bb41-101b637540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88083c-068d-4ee8-bb41-101b637540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6E6CC2D-2343-40C9-BF57-ACB940668A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BBF235D-5BAD-4A08-AEE0-5E29BE15689F}">
  <ds:schemaRefs>
    <ds:schemaRef ds:uri="http://purl.org/dc/dcmitype/"/>
    <ds:schemaRef ds:uri="http://schemas.openxmlformats.org/package/2006/metadata/core-properties"/>
    <ds:schemaRef ds:uri="http://purl.org/dc/elements/1.1/"/>
    <ds:schemaRef ds:uri="http://www.w3.org/XML/1998/namespace"/>
    <ds:schemaRef ds:uri="f288083c-068d-4ee8-bb41-101b637540d8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C9D6A392-DFB4-4204-AC61-131C47F859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288083c-068d-4ee8-bb41-101b637540d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Deloitte_Brand_Theme_102224</Template>
  <TotalTime>0</TotalTime>
  <Words>335</Words>
  <Application>Microsoft Office PowerPoint</Application>
  <PresentationFormat>Widescreen</PresentationFormat>
  <Paragraphs>33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Calibri</vt:lpstr>
      <vt:lpstr>Verdana</vt:lpstr>
      <vt:lpstr>Wingdings 2</vt:lpstr>
      <vt:lpstr>Deloitte_Brand_Theme</vt:lpstr>
      <vt:lpstr>think-cell Slide</vt:lpstr>
      <vt:lpstr>DEX Event App – Laufender produktiver Pilot für internes Teilnehmermanagement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16x9 Onscreen PPT</dc:title>
  <dc:creator>Steimle, Isabel</dc:creator>
  <cp:lastModifiedBy>Brenneisen, Eike</cp:lastModifiedBy>
  <cp:revision>14</cp:revision>
  <dcterms:created xsi:type="dcterms:W3CDTF">2020-04-09T19:50:51Z</dcterms:created>
  <dcterms:modified xsi:type="dcterms:W3CDTF">2026-06-29T07:39:18Z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2021-04-05T20:58:38Z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9ab57f92-f9f5-4e1c-bb56-f04159416863</vt:lpwstr>
  </property>
  <property fmtid="{D5CDD505-2E9C-101B-9397-08002B2CF9AE}" pid="8" name="MSIP_Label_ea60d57e-af5b-4752-ac57-3e4f28ca11dc_ContentBits">
    <vt:lpwstr>0</vt:lpwstr>
  </property>
  <property fmtid="{D5CDD505-2E9C-101B-9397-08002B2CF9AE}" pid="9" name="ContentTypeId">
    <vt:lpwstr>0x01010093C6E5022B24C546A4A405698B5D732C</vt:lpwstr>
  </property>
</Properties>
</file>