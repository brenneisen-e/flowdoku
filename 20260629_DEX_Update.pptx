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410" r:id="rId4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17"/>
    <p:sldId id="260" r:id="rId18"/>
  </p:sldIdLst>
  <p:sldSz cx="12192000" cy="6858000"/>
  <p:notesSz cx="7315200" cy="9601200"/>
  <p:custDataLst>
    <p:tags r:id="rId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s" id="{BAC1763D-52FA-4D99-B74A-09978868D1DF}">
          <p14:sldIdLst>
            <p14:sldId id="478"/>
            <p14:sldId id="479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6E4"/>
    <a:srgbClr val="F2F5E3"/>
    <a:srgbClr val="63666A"/>
    <a:srgbClr val="75787B"/>
    <a:srgbClr val="97999B"/>
    <a:srgbClr val="A7A8AA"/>
    <a:srgbClr val="BBBCBC"/>
    <a:srgbClr val="D0D0CE"/>
    <a:srgbClr val="007CB0"/>
    <a:srgbClr val="041E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837E54-B60B-4260-AEAD-704D06E39158}" v="110" dt="2026-06-23T13:28:54.2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2603" autoAdjust="0"/>
  </p:normalViewPr>
  <p:slideViewPr>
    <p:cSldViewPr snapToGrid="0" showGuides="1">
      <p:cViewPr>
        <p:scale>
          <a:sx n="125" d="100"/>
          <a:sy n="125" d="100"/>
        </p:scale>
        <p:origin x="552" y="420"/>
      </p:cViewPr>
      <p:guideLst/>
    </p:cSldViewPr>
  </p:slideViewPr>
  <p:outlineViewPr>
    <p:cViewPr>
      <p:scale>
        <a:sx n="33" d="100"/>
        <a:sy n="33" d="100"/>
      </p:scale>
      <p:origin x="0" y="-5919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1" d="100"/>
        <a:sy n="81" d="100"/>
      </p:scale>
      <p:origin x="0" y="0"/>
    </p:cViewPr>
  </p:sorterViewPr>
  <p:notesViewPr>
    <p:cSldViewPr snapToGrid="0" showGuides="1">
      <p:cViewPr varScale="1">
        <p:scale>
          <a:sx n="57" d="100"/>
          <a:sy n="57" d="100"/>
        </p:scale>
        <p:origin x="1992" y="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4.xml"/><Relationship Id="rId18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eisen, Eike" userId="25d95ce1-e078-43b7-ab13-fbcc9f281c66" providerId="ADAL" clId="{43E27347-52E0-4AD8-AACA-BD0DBAAF8FCD}"/>
    <pc:docChg chg="undo custSel addSld delSld modSld modSection">
      <pc:chgData name="Brenneisen, Eike" userId="25d95ce1-e078-43b7-ab13-fbcc9f281c66" providerId="ADAL" clId="{43E27347-52E0-4AD8-AACA-BD0DBAAF8FCD}" dt="2026-06-23T13:33:21.800" v="1164" actId="20577"/>
      <pc:docMkLst>
        <pc:docMk/>
      </pc:docMkLst>
      <pc:sldChg chg="addSp modSp mod">
        <pc:chgData name="Brenneisen, Eike" userId="25d95ce1-e078-43b7-ab13-fbcc9f281c66" providerId="ADAL" clId="{43E27347-52E0-4AD8-AACA-BD0DBAAF8FCD}" dt="2026-06-23T13:16:53.420" v="666" actId="299"/>
        <pc:sldMkLst>
          <pc:docMk/>
          <pc:sldMk cId="3527432849" sldId="478"/>
        </pc:sldMkLst>
        <pc:spChg chg="mod">
          <ac:chgData name="Brenneisen, Eike" userId="25d95ce1-e078-43b7-ab13-fbcc9f281c66" providerId="ADAL" clId="{43E27347-52E0-4AD8-AACA-BD0DBAAF8FCD}" dt="2026-06-23T13:16:52.021" v="662" actId="1076"/>
          <ac:spMkLst>
            <pc:docMk/>
            <pc:sldMk cId="3527432849" sldId="478"/>
            <ac:spMk id="8" creationId="{CB150BFF-436E-CBAF-FEC8-C23691A7B26A}"/>
          </ac:spMkLst>
        </pc:spChg>
        <pc:spChg chg="mod">
          <ac:chgData name="Brenneisen, Eike" userId="25d95ce1-e078-43b7-ab13-fbcc9f281c66" providerId="ADAL" clId="{43E27347-52E0-4AD8-AACA-BD0DBAAF8FCD}" dt="2026-06-23T13:16:53.420" v="666" actId="299"/>
          <ac:spMkLst>
            <pc:docMk/>
            <pc:sldMk cId="3527432849" sldId="478"/>
            <ac:spMk id="10" creationId="{A2CB853B-B192-8534-E2CC-A23AE2387922}"/>
          </ac:spMkLst>
        </pc:spChg>
        <pc:graphicFrameChg chg="add mod ord modVis">
          <ac:chgData name="Brenneisen, Eike" userId="25d95ce1-e078-43b7-ab13-fbcc9f281c66" providerId="ADAL" clId="{43E27347-52E0-4AD8-AACA-BD0DBAAF8FCD}" dt="2026-06-23T13:16:38.821" v="609"/>
          <ac:graphicFrameMkLst>
            <pc:docMk/>
            <pc:sldMk cId="3527432849" sldId="478"/>
            <ac:graphicFrameMk id="2" creationId="{AEF5FBC6-837E-4CA9-6C7E-32D1138579DD}"/>
          </ac:graphicFrameMkLst>
        </pc:graphicFrameChg>
      </pc:sldChg>
      <pc:sldChg chg="addSp delSp modSp add mod">
        <pc:chgData name="Brenneisen, Eike" userId="25d95ce1-e078-43b7-ab13-fbcc9f281c66" providerId="ADAL" clId="{43E27347-52E0-4AD8-AACA-BD0DBAAF8FCD}" dt="2026-06-23T13:33:21.800" v="1164" actId="20577"/>
        <pc:sldMkLst>
          <pc:docMk/>
          <pc:sldMk cId="0" sldId="479"/>
        </pc:sldMkLst>
        <pc:spChg chg="mod">
          <ac:chgData name="Brenneisen, Eike" userId="25d95ce1-e078-43b7-ab13-fbcc9f281c66" providerId="ADAL" clId="{43E27347-52E0-4AD8-AACA-BD0DBAAF8FCD}" dt="2026-06-23T13:31:48.819" v="1091" actId="1076"/>
          <ac:spMkLst>
            <pc:docMk/>
            <pc:sldMk cId="0" sldId="479"/>
            <ac:spMk id="2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18:57.446" v="691"/>
          <ac:spMkLst>
            <pc:docMk/>
            <pc:sldMk cId="0" sldId="479"/>
            <ac:spMk id="3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18:54.101" v="676" actId="299"/>
          <ac:spMkLst>
            <pc:docMk/>
            <pc:sldMk cId="0" sldId="479"/>
            <ac:spMk id="4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33:02.587" v="1134" actId="20577"/>
          <ac:spMkLst>
            <pc:docMk/>
            <pc:sldMk cId="0" sldId="479"/>
            <ac:spMk id="5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31:48.819" v="1091" actId="1076"/>
          <ac:spMkLst>
            <pc:docMk/>
            <pc:sldMk cId="0" sldId="479"/>
            <ac:spMk id="6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31:48.819" v="1091" actId="1076"/>
          <ac:spMkLst>
            <pc:docMk/>
            <pc:sldMk cId="0" sldId="479"/>
            <ac:spMk id="7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31:48.819" v="1091" actId="1076"/>
          <ac:spMkLst>
            <pc:docMk/>
            <pc:sldMk cId="0" sldId="479"/>
            <ac:spMk id="8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31:48.819" v="1091" actId="1076"/>
          <ac:spMkLst>
            <pc:docMk/>
            <pc:sldMk cId="0" sldId="479"/>
            <ac:spMk id="9" creationId="{00000000-0000-0000-0000-000000000000}"/>
          </ac:spMkLst>
        </pc:spChg>
        <pc:spChg chg="add mod">
          <ac:chgData name="Brenneisen, Eike" userId="25d95ce1-e078-43b7-ab13-fbcc9f281c66" providerId="ADAL" clId="{43E27347-52E0-4AD8-AACA-BD0DBAAF8FCD}" dt="2026-06-23T13:29:47.263" v="1048" actId="1076"/>
          <ac:spMkLst>
            <pc:docMk/>
            <pc:sldMk cId="0" sldId="479"/>
            <ac:spMk id="11" creationId="{DB0552B5-0AD5-51D7-470F-4DD8AAF25FB2}"/>
          </ac:spMkLst>
        </pc:spChg>
        <pc:spChg chg="add mod">
          <ac:chgData name="Brenneisen, Eike" userId="25d95ce1-e078-43b7-ab13-fbcc9f281c66" providerId="ADAL" clId="{43E27347-52E0-4AD8-AACA-BD0DBAAF8FCD}" dt="2026-06-23T13:29:47.263" v="1048" actId="1076"/>
          <ac:spMkLst>
            <pc:docMk/>
            <pc:sldMk cId="0" sldId="479"/>
            <ac:spMk id="12" creationId="{700C5313-8D82-F8EE-7BD1-A391BF915194}"/>
          </ac:spMkLst>
        </pc:spChg>
        <pc:spChg chg="add del">
          <ac:chgData name="Brenneisen, Eike" userId="25d95ce1-e078-43b7-ab13-fbcc9f281c66" providerId="ADAL" clId="{43E27347-52E0-4AD8-AACA-BD0DBAAF8FCD}" dt="2026-06-23T13:28:22.820" v="964" actId="478"/>
          <ac:spMkLst>
            <pc:docMk/>
            <pc:sldMk cId="0" sldId="479"/>
            <ac:spMk id="14" creationId="{D4D369CA-5E41-5B17-267B-EF8DF47C54BA}"/>
          </ac:spMkLst>
        </pc:spChg>
        <pc:spChg chg="add mod">
          <ac:chgData name="Brenneisen, Eike" userId="25d95ce1-e078-43b7-ab13-fbcc9f281c66" providerId="ADAL" clId="{43E27347-52E0-4AD8-AACA-BD0DBAAF8FCD}" dt="2026-06-23T13:29:47.263" v="1048" actId="1076"/>
          <ac:spMkLst>
            <pc:docMk/>
            <pc:sldMk cId="0" sldId="479"/>
            <ac:spMk id="15" creationId="{7DC24B9B-6F51-B047-686B-6C2CD212E31B}"/>
          </ac:spMkLst>
        </pc:spChg>
        <pc:spChg chg="add mod">
          <ac:chgData name="Brenneisen, Eike" userId="25d95ce1-e078-43b7-ab13-fbcc9f281c66" providerId="ADAL" clId="{43E27347-52E0-4AD8-AACA-BD0DBAAF8FCD}" dt="2026-06-23T13:33:21.800" v="1164" actId="20577"/>
          <ac:spMkLst>
            <pc:docMk/>
            <pc:sldMk cId="0" sldId="479"/>
            <ac:spMk id="17" creationId="{3B004971-0930-EF88-2DA4-9CB7813F56C4}"/>
          </ac:spMkLst>
        </pc:spChg>
        <pc:graphicFrameChg chg="add mod ord modVis">
          <ac:chgData name="Brenneisen, Eike" userId="25d95ce1-e078-43b7-ab13-fbcc9f281c66" providerId="ADAL" clId="{43E27347-52E0-4AD8-AACA-BD0DBAAF8FCD}" dt="2026-06-23T13:18:54.124" v="690"/>
          <ac:graphicFrameMkLst>
            <pc:docMk/>
            <pc:sldMk cId="0" sldId="479"/>
            <ac:graphicFrameMk id="10" creationId="{06620FA1-3681-D540-A5ED-5E93C5C37470}"/>
          </ac:graphicFrameMkLst>
        </pc:graphicFrameChg>
      </pc:sldChg>
      <pc:sldChg chg="del">
        <pc:chgData name="Brenneisen, Eike" userId="25d95ce1-e078-43b7-ab13-fbcc9f281c66" providerId="ADAL" clId="{43E27347-52E0-4AD8-AACA-BD0DBAAF8FCD}" dt="2026-06-23T13:07:34.777" v="321" actId="47"/>
        <pc:sldMkLst>
          <pc:docMk/>
          <pc:sldMk cId="274232220" sldId="480"/>
        </pc:sldMkLst>
      </pc:sldChg>
      <pc:sldChg chg="addSp delSp modSp add del mod modClrScheme chgLayout">
        <pc:chgData name="Brenneisen, Eike" userId="25d95ce1-e078-43b7-ab13-fbcc9f281c66" providerId="ADAL" clId="{43E27347-52E0-4AD8-AACA-BD0DBAAF8FCD}" dt="2026-06-23T13:31:40.699" v="1090" actId="47"/>
        <pc:sldMkLst>
          <pc:docMk/>
          <pc:sldMk cId="371151799" sldId="481"/>
        </pc:sldMkLst>
        <pc:spChg chg="mod">
          <ac:chgData name="Brenneisen, Eike" userId="25d95ce1-e078-43b7-ab13-fbcc9f281c66" providerId="ADAL" clId="{43E27347-52E0-4AD8-AACA-BD0DBAAF8FCD}" dt="2026-06-23T10:48:58.778" v="20" actId="21"/>
          <ac:spMkLst>
            <pc:docMk/>
            <pc:sldMk cId="371151799" sldId="481"/>
            <ac:spMk id="2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0:49:19.393" v="38" actId="21"/>
          <ac:spMkLst>
            <pc:docMk/>
            <pc:sldMk cId="371151799" sldId="481"/>
            <ac:spMk id="3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0:49:45.717" v="128" actId="21"/>
          <ac:spMkLst>
            <pc:docMk/>
            <pc:sldMk cId="371151799" sldId="481"/>
            <ac:spMk id="4" creationId="{00000000-0000-0000-0000-000000000000}"/>
          </ac:spMkLst>
        </pc:spChg>
        <pc:spChg chg="del mod">
          <ac:chgData name="Brenneisen, Eike" userId="25d95ce1-e078-43b7-ab13-fbcc9f281c66" providerId="ADAL" clId="{43E27347-52E0-4AD8-AACA-BD0DBAAF8FCD}" dt="2026-06-23T10:50:21.436" v="138" actId="478"/>
          <ac:spMkLst>
            <pc:docMk/>
            <pc:sldMk cId="371151799" sldId="481"/>
            <ac:spMk id="6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05:37.857" v="249" actId="164"/>
          <ac:spMkLst>
            <pc:docMk/>
            <pc:sldMk cId="371151799" sldId="481"/>
            <ac:spMk id="7" creationId="{00000000-0000-0000-0000-000000000000}"/>
          </ac:spMkLst>
        </pc:spChg>
        <pc:spChg chg="del mod">
          <ac:chgData name="Brenneisen, Eike" userId="25d95ce1-e078-43b7-ab13-fbcc9f281c66" providerId="ADAL" clId="{43E27347-52E0-4AD8-AACA-BD0DBAAF8FCD}" dt="2026-06-23T13:07:13.678" v="311" actId="478"/>
          <ac:spMkLst>
            <pc:docMk/>
            <pc:sldMk cId="371151799" sldId="481"/>
            <ac:spMk id="9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06:53.270" v="280" actId="164"/>
          <ac:spMkLst>
            <pc:docMk/>
            <pc:sldMk cId="371151799" sldId="481"/>
            <ac:spMk id="10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12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07:29" v="317" actId="164"/>
          <ac:spMkLst>
            <pc:docMk/>
            <pc:sldMk cId="371151799" sldId="481"/>
            <ac:spMk id="13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15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16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17" creationId="{00000000-0000-0000-0000-000000000000}"/>
          </ac:spMkLst>
        </pc:spChg>
        <pc:spChg chg="del mod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18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20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21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25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27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28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30" creationId="{00000000-0000-0000-0000-000000000000}"/>
          </ac:spMkLst>
        </pc:spChg>
        <pc:spChg chg="del">
          <ac:chgData name="Brenneisen, Eike" userId="25d95ce1-e078-43b7-ab13-fbcc9f281c66" providerId="ADAL" clId="{43E27347-52E0-4AD8-AACA-BD0DBAAF8FCD}" dt="2026-06-23T13:06:31.438" v="273" actId="478"/>
          <ac:spMkLst>
            <pc:docMk/>
            <pc:sldMk cId="371151799" sldId="481"/>
            <ac:spMk id="31" creationId="{00000000-0000-0000-0000-000000000000}"/>
          </ac:spMkLst>
        </pc:spChg>
        <pc:spChg chg="mod">
          <ac:chgData name="Brenneisen, Eike" userId="25d95ce1-e078-43b7-ab13-fbcc9f281c66" providerId="ADAL" clId="{43E27347-52E0-4AD8-AACA-BD0DBAAF8FCD}" dt="2026-06-23T13:05:53.684" v="254" actId="571"/>
          <ac:spMkLst>
            <pc:docMk/>
            <pc:sldMk cId="371151799" sldId="481"/>
            <ac:spMk id="32" creationId="{2A755A24-EFA7-36C2-5FCD-1F36371ECA28}"/>
          </ac:spMkLst>
        </pc:spChg>
        <pc:spChg chg="add del mod ord">
          <ac:chgData name="Brenneisen, Eike" userId="25d95ce1-e078-43b7-ab13-fbcc9f281c66" providerId="ADAL" clId="{43E27347-52E0-4AD8-AACA-BD0DBAAF8FCD}" dt="2026-06-23T10:48:49.522" v="2" actId="6264"/>
          <ac:spMkLst>
            <pc:docMk/>
            <pc:sldMk cId="371151799" sldId="481"/>
            <ac:spMk id="32" creationId="{810BF677-D808-5C61-2097-0380F50E067D}"/>
          </ac:spMkLst>
        </pc:spChg>
        <pc:spChg chg="add del mod ord">
          <ac:chgData name="Brenneisen, Eike" userId="25d95ce1-e078-43b7-ab13-fbcc9f281c66" providerId="ADAL" clId="{43E27347-52E0-4AD8-AACA-BD0DBAAF8FCD}" dt="2026-06-23T10:49:00.788" v="21" actId="6264"/>
          <ac:spMkLst>
            <pc:docMk/>
            <pc:sldMk cId="371151799" sldId="481"/>
            <ac:spMk id="33" creationId="{397A6C17-393F-F676-93D0-613264F4B83E}"/>
          </ac:spMkLst>
        </pc:spChg>
        <pc:spChg chg="add mod ord">
          <ac:chgData name="Brenneisen, Eike" userId="25d95ce1-e078-43b7-ab13-fbcc9f281c66" providerId="ADAL" clId="{43E27347-52E0-4AD8-AACA-BD0DBAAF8FCD}" dt="2026-06-23T13:04:52.868" v="202" actId="299"/>
          <ac:spMkLst>
            <pc:docMk/>
            <pc:sldMk cId="371151799" sldId="481"/>
            <ac:spMk id="35" creationId="{FDF7AC4C-3C60-2BCA-A76F-5DB268D8678A}"/>
          </ac:spMkLst>
        </pc:spChg>
        <pc:spChg chg="add 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36" creationId="{022857DC-EC00-D002-C144-47A565D496E9}"/>
          </ac:spMkLst>
        </pc:spChg>
        <pc:spChg chg="add del mod ord">
          <ac:chgData name="Brenneisen, Eike" userId="25d95ce1-e078-43b7-ab13-fbcc9f281c66" providerId="ADAL" clId="{43E27347-52E0-4AD8-AACA-BD0DBAAF8FCD}" dt="2026-06-23T10:49:07.751" v="30" actId="6264"/>
          <ac:spMkLst>
            <pc:docMk/>
            <pc:sldMk cId="371151799" sldId="481"/>
            <ac:spMk id="36" creationId="{3000F00A-91BD-2326-AB6B-7098697A6EBD}"/>
          </ac:spMkLst>
        </pc:spChg>
        <pc:spChg chg="add 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37" creationId="{2FE0DE07-2D3C-D251-AF7C-1EE5A1D35955}"/>
          </ac:spMkLst>
        </pc:spChg>
        <pc:spChg chg="add del mod">
          <ac:chgData name="Brenneisen, Eike" userId="25d95ce1-e078-43b7-ab13-fbcc9f281c66" providerId="ADAL" clId="{43E27347-52E0-4AD8-AACA-BD0DBAAF8FCD}" dt="2026-06-23T10:49:07.751" v="30" actId="6264"/>
          <ac:spMkLst>
            <pc:docMk/>
            <pc:sldMk cId="371151799" sldId="481"/>
            <ac:spMk id="37" creationId="{6B1712D2-E468-7FE1-3E94-E66674CC50A7}"/>
          </ac:spMkLst>
        </pc:spChg>
        <pc:spChg chg="add mod ord">
          <ac:chgData name="Brenneisen, Eike" userId="25d95ce1-e078-43b7-ab13-fbcc9f281c66" providerId="ADAL" clId="{43E27347-52E0-4AD8-AACA-BD0DBAAF8FCD}" dt="2026-06-23T13:05:28.285" v="248" actId="6549"/>
          <ac:spMkLst>
            <pc:docMk/>
            <pc:sldMk cId="371151799" sldId="481"/>
            <ac:spMk id="38" creationId="{ED5E9B3A-A89F-96F5-EBB5-113D1A093E45}"/>
          </ac:spMkLst>
        </pc:spChg>
        <pc:spChg chg="add del mod">
          <ac:chgData name="Brenneisen, Eike" userId="25d95ce1-e078-43b7-ab13-fbcc9f281c66" providerId="ADAL" clId="{43E27347-52E0-4AD8-AACA-BD0DBAAF8FCD}" dt="2026-06-23T13:14:04.102" v="498" actId="478"/>
          <ac:spMkLst>
            <pc:docMk/>
            <pc:sldMk cId="371151799" sldId="481"/>
            <ac:spMk id="39" creationId="{C7CE8421-B62E-1F1C-7CDD-D81793E33DEC}"/>
          </ac:spMkLst>
        </pc:spChg>
        <pc:spChg chg="add del mod">
          <ac:chgData name="Brenneisen, Eike" userId="25d95ce1-e078-43b7-ab13-fbcc9f281c66" providerId="ADAL" clId="{43E27347-52E0-4AD8-AACA-BD0DBAAF8FCD}" dt="2026-06-23T10:49:22.303" v="40" actId="6264"/>
          <ac:spMkLst>
            <pc:docMk/>
            <pc:sldMk cId="371151799" sldId="481"/>
            <ac:spMk id="39" creationId="{E5BDC272-0FA0-15B4-E7D5-393BB7473769}"/>
          </ac:spMkLst>
        </pc:spChg>
        <pc:spChg chg="add del mod">
          <ac:chgData name="Brenneisen, Eike" userId="25d95ce1-e078-43b7-ab13-fbcc9f281c66" providerId="ADAL" clId="{43E27347-52E0-4AD8-AACA-BD0DBAAF8FCD}" dt="2026-06-23T13:14:09.181" v="499" actId="478"/>
          <ac:spMkLst>
            <pc:docMk/>
            <pc:sldMk cId="371151799" sldId="481"/>
            <ac:spMk id="40" creationId="{53272A7C-12E5-CA93-89B3-EDA55997A259}"/>
          </ac:spMkLst>
        </pc:spChg>
        <pc:spChg chg="add del mod">
          <ac:chgData name="Brenneisen, Eike" userId="25d95ce1-e078-43b7-ab13-fbcc9f281c66" providerId="ADAL" clId="{43E27347-52E0-4AD8-AACA-BD0DBAAF8FCD}" dt="2026-06-23T10:49:22.303" v="40" actId="6264"/>
          <ac:spMkLst>
            <pc:docMk/>
            <pc:sldMk cId="371151799" sldId="481"/>
            <ac:spMk id="40" creationId="{8593B209-F6E2-2772-B52A-2C602A173C36}"/>
          </ac:spMkLst>
        </pc:spChg>
        <pc:spChg chg="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42" creationId="{317B24B1-B157-9B57-DFDC-E7A3D920041E}"/>
          </ac:spMkLst>
        </pc:spChg>
        <pc:spChg chg="mod">
          <ac:chgData name="Brenneisen, Eike" userId="25d95ce1-e078-43b7-ab13-fbcc9f281c66" providerId="ADAL" clId="{43E27347-52E0-4AD8-AACA-BD0DBAAF8FCD}" dt="2026-06-23T13:14:24.062" v="503" actId="164"/>
          <ac:spMkLst>
            <pc:docMk/>
            <pc:sldMk cId="371151799" sldId="481"/>
            <ac:spMk id="43" creationId="{06A8213F-319B-69BD-5B58-EC7F2B03A748}"/>
          </ac:spMkLst>
        </pc:spChg>
        <pc:spChg chg="add mod">
          <ac:chgData name="Brenneisen, Eike" userId="25d95ce1-e078-43b7-ab13-fbcc9f281c66" providerId="ADAL" clId="{43E27347-52E0-4AD8-AACA-BD0DBAAF8FCD}" dt="2026-06-23T13:14:24.062" v="503" actId="164"/>
          <ac:spMkLst>
            <pc:docMk/>
            <pc:sldMk cId="371151799" sldId="481"/>
            <ac:spMk id="44" creationId="{3C96C295-AD7B-4FED-3848-F14EF25E0645}"/>
          </ac:spMkLst>
        </pc:spChg>
        <pc:spChg chg="add mod">
          <ac:chgData name="Brenneisen, Eike" userId="25d95ce1-e078-43b7-ab13-fbcc9f281c66" providerId="ADAL" clId="{43E27347-52E0-4AD8-AACA-BD0DBAAF8FCD}" dt="2026-06-23T13:14:24.062" v="503" actId="164"/>
          <ac:spMkLst>
            <pc:docMk/>
            <pc:sldMk cId="371151799" sldId="481"/>
            <ac:spMk id="45" creationId="{FD545405-899C-5D01-75F5-29595EB2B3E0}"/>
          </ac:spMkLst>
        </pc:spChg>
        <pc:spChg chg="mod">
          <ac:chgData name="Brenneisen, Eike" userId="25d95ce1-e078-43b7-ab13-fbcc9f281c66" providerId="ADAL" clId="{43E27347-52E0-4AD8-AACA-BD0DBAAF8FCD}" dt="2026-06-23T13:15:11.919" v="575" actId="164"/>
          <ac:spMkLst>
            <pc:docMk/>
            <pc:sldMk cId="371151799" sldId="481"/>
            <ac:spMk id="46" creationId="{B63CAD4D-7BF9-E573-B045-004851A23EE6}"/>
          </ac:spMkLst>
        </pc:spChg>
        <pc:spChg chg="add mod">
          <ac:chgData name="Brenneisen, Eike" userId="25d95ce1-e078-43b7-ab13-fbcc9f281c66" providerId="ADAL" clId="{43E27347-52E0-4AD8-AACA-BD0DBAAF8FCD}" dt="2026-06-23T13:15:11.919" v="575" actId="164"/>
          <ac:spMkLst>
            <pc:docMk/>
            <pc:sldMk cId="371151799" sldId="481"/>
            <ac:spMk id="47" creationId="{F0E960CC-0D61-1842-180A-00C086A85180}"/>
          </ac:spMkLst>
        </pc:spChg>
        <pc:spChg chg="add del mod">
          <ac:chgData name="Brenneisen, Eike" userId="25d95ce1-e078-43b7-ab13-fbcc9f281c66" providerId="ADAL" clId="{43E27347-52E0-4AD8-AACA-BD0DBAAF8FCD}" dt="2026-06-23T13:14:56.634" v="570" actId="478"/>
          <ac:spMkLst>
            <pc:docMk/>
            <pc:sldMk cId="371151799" sldId="481"/>
            <ac:spMk id="48" creationId="{6CD91C7D-8B5D-FD44-B42F-EE7DE31C3BE8}"/>
          </ac:spMkLst>
        </pc:spChg>
        <pc:spChg chg="add del mod">
          <ac:chgData name="Brenneisen, Eike" userId="25d95ce1-e078-43b7-ab13-fbcc9f281c66" providerId="ADAL" clId="{43E27347-52E0-4AD8-AACA-BD0DBAAF8FCD}" dt="2026-06-23T13:14:17.378" v="502" actId="478"/>
          <ac:spMkLst>
            <pc:docMk/>
            <pc:sldMk cId="371151799" sldId="481"/>
            <ac:spMk id="49" creationId="{B96C6204-6B0F-9BB3-2FF7-AD6794BAA58A}"/>
          </ac:spMkLst>
        </pc:spChg>
        <pc:spChg chg="add 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50" creationId="{6B5F914C-9630-9B37-602F-80A6872B75AC}"/>
          </ac:spMkLst>
        </pc:spChg>
        <pc:spChg chg="del mod">
          <ac:chgData name="Brenneisen, Eike" userId="25d95ce1-e078-43b7-ab13-fbcc9f281c66" providerId="ADAL" clId="{43E27347-52E0-4AD8-AACA-BD0DBAAF8FCD}" dt="2026-06-23T13:16:25.585" v="587" actId="478"/>
          <ac:spMkLst>
            <pc:docMk/>
            <pc:sldMk cId="371151799" sldId="481"/>
            <ac:spMk id="51" creationId="{340CA2B1-9108-9BE9-6FFE-53E472A6DFAB}"/>
          </ac:spMkLst>
        </pc:spChg>
        <pc:spChg chg="add del mod">
          <ac:chgData name="Brenneisen, Eike" userId="25d95ce1-e078-43b7-ab13-fbcc9f281c66" providerId="ADAL" clId="{43E27347-52E0-4AD8-AACA-BD0DBAAF8FCD}" dt="2026-06-23T13:15:24.337" v="579" actId="478"/>
          <ac:spMkLst>
            <pc:docMk/>
            <pc:sldMk cId="371151799" sldId="481"/>
            <ac:spMk id="52" creationId="{DACE9738-DF82-9A52-66A6-A746C80C16D4}"/>
          </ac:spMkLst>
        </pc:spChg>
        <pc:spChg chg="del mod">
          <ac:chgData name="Brenneisen, Eike" userId="25d95ce1-e078-43b7-ab13-fbcc9f281c66" providerId="ADAL" clId="{43E27347-52E0-4AD8-AACA-BD0DBAAF8FCD}" dt="2026-06-23T13:15:24.337" v="579" actId="478"/>
          <ac:spMkLst>
            <pc:docMk/>
            <pc:sldMk cId="371151799" sldId="481"/>
            <ac:spMk id="53" creationId="{4DF3850D-E58A-64F4-3EA4-EF3C684E8325}"/>
          </ac:spMkLst>
        </pc:spChg>
        <pc:spChg chg="mod">
          <ac:chgData name="Brenneisen, Eike" userId="25d95ce1-e078-43b7-ab13-fbcc9f281c66" providerId="ADAL" clId="{43E27347-52E0-4AD8-AACA-BD0DBAAF8FCD}" dt="2026-06-23T13:07:08.233" v="304" actId="571"/>
          <ac:spMkLst>
            <pc:docMk/>
            <pc:sldMk cId="371151799" sldId="481"/>
            <ac:spMk id="56" creationId="{E748FD61-79A1-2108-B1C0-D97B80C53F67}"/>
          </ac:spMkLst>
        </pc:spChg>
        <pc:spChg chg="add mod">
          <ac:chgData name="Brenneisen, Eike" userId="25d95ce1-e078-43b7-ab13-fbcc9f281c66" providerId="ADAL" clId="{43E27347-52E0-4AD8-AACA-BD0DBAAF8FCD}" dt="2026-06-23T13:23:58.700" v="745" actId="1076"/>
          <ac:spMkLst>
            <pc:docMk/>
            <pc:sldMk cId="371151799" sldId="481"/>
            <ac:spMk id="58" creationId="{DFF9D93F-A594-DBD7-39C8-55EDBF3C208D}"/>
          </ac:spMkLst>
        </pc:spChg>
        <pc:spChg chg="mod">
          <ac:chgData name="Brenneisen, Eike" userId="25d95ce1-e078-43b7-ab13-fbcc9f281c66" providerId="ADAL" clId="{43E27347-52E0-4AD8-AACA-BD0DBAAF8FCD}" dt="2026-06-23T13:14:39.808" v="533" actId="20577"/>
          <ac:spMkLst>
            <pc:docMk/>
            <pc:sldMk cId="371151799" sldId="481"/>
            <ac:spMk id="62" creationId="{61837092-CF09-F4C4-638D-8F33BF280C1F}"/>
          </ac:spMkLst>
        </pc:spChg>
        <pc:spChg chg="mod">
          <ac:chgData name="Brenneisen, Eike" userId="25d95ce1-e078-43b7-ab13-fbcc9f281c66" providerId="ADAL" clId="{43E27347-52E0-4AD8-AACA-BD0DBAAF8FCD}" dt="2026-06-23T13:14:54.550" v="569" actId="20577"/>
          <ac:spMkLst>
            <pc:docMk/>
            <pc:sldMk cId="371151799" sldId="481"/>
            <ac:spMk id="63" creationId="{18147605-94D7-F694-4935-49B82B9F39C5}"/>
          </ac:spMkLst>
        </pc:spChg>
        <pc:spChg chg="mod">
          <ac:chgData name="Brenneisen, Eike" userId="25d95ce1-e078-43b7-ab13-fbcc9f281c66" providerId="ADAL" clId="{43E27347-52E0-4AD8-AACA-BD0DBAAF8FCD}" dt="2026-06-23T13:15:06.130" v="572" actId="108"/>
          <ac:spMkLst>
            <pc:docMk/>
            <pc:sldMk cId="371151799" sldId="481"/>
            <ac:spMk id="64" creationId="{0DA1F586-05B5-480E-D97E-CB3BB6D1DAE7}"/>
          </ac:spMkLst>
        </pc:spChg>
        <pc:spChg chg="add mod">
          <ac:chgData name="Brenneisen, Eike" userId="25d95ce1-e078-43b7-ab13-fbcc9f281c66" providerId="ADAL" clId="{43E27347-52E0-4AD8-AACA-BD0DBAAF8FCD}" dt="2026-06-23T13:24:24.264" v="813" actId="113"/>
          <ac:spMkLst>
            <pc:docMk/>
            <pc:sldMk cId="371151799" sldId="481"/>
            <ac:spMk id="67" creationId="{363CB89C-0FDA-271E-80C7-C49A2E4898F4}"/>
          </ac:spMkLst>
        </pc:spChg>
        <pc:spChg chg="add mod">
          <ac:chgData name="Brenneisen, Eike" userId="25d95ce1-e078-43b7-ab13-fbcc9f281c66" providerId="ADAL" clId="{43E27347-52E0-4AD8-AACA-BD0DBAAF8FCD}" dt="2026-06-23T13:24:05.620" v="772"/>
          <ac:spMkLst>
            <pc:docMk/>
            <pc:sldMk cId="371151799" sldId="481"/>
            <ac:spMk id="68" creationId="{08519818-CB66-FD4C-8C1D-83A39338088F}"/>
          </ac:spMkLst>
        </pc:spChg>
        <pc:spChg chg="add mod">
          <ac:chgData name="Brenneisen, Eike" userId="25d95ce1-e078-43b7-ab13-fbcc9f281c66" providerId="ADAL" clId="{43E27347-52E0-4AD8-AACA-BD0DBAAF8FCD}" dt="2026-06-23T13:24:05.622" v="778"/>
          <ac:spMkLst>
            <pc:docMk/>
            <pc:sldMk cId="371151799" sldId="481"/>
            <ac:spMk id="69" creationId="{6428EB01-8317-967B-07FE-CAFE8C4C3CB7}"/>
          </ac:spMkLst>
        </pc:spChg>
        <pc:spChg chg="add mod">
          <ac:chgData name="Brenneisen, Eike" userId="25d95ce1-e078-43b7-ab13-fbcc9f281c66" providerId="ADAL" clId="{43E27347-52E0-4AD8-AACA-BD0DBAAF8FCD}" dt="2026-06-23T13:24:11.179" v="785" actId="571"/>
          <ac:spMkLst>
            <pc:docMk/>
            <pc:sldMk cId="371151799" sldId="481"/>
            <ac:spMk id="70" creationId="{9C8BADCE-017B-921D-60B9-AB9F7DB48310}"/>
          </ac:spMkLst>
        </pc:spChg>
        <pc:grpChg chg="add del mod">
          <ac:chgData name="Brenneisen, Eike" userId="25d95ce1-e078-43b7-ab13-fbcc9f281c66" providerId="ADAL" clId="{43E27347-52E0-4AD8-AACA-BD0DBAAF8FCD}" dt="2026-06-23T13:07:14.352" v="312" actId="478"/>
          <ac:grpSpMkLst>
            <pc:docMk/>
            <pc:sldMk cId="371151799" sldId="481"/>
            <ac:grpSpMk id="5" creationId="{5DFBDCF8-9577-198B-6EA2-134D23547BDA}"/>
          </ac:grpSpMkLst>
        </pc:grpChg>
        <pc:grpChg chg="add mod">
          <ac:chgData name="Brenneisen, Eike" userId="25d95ce1-e078-43b7-ab13-fbcc9f281c66" providerId="ADAL" clId="{43E27347-52E0-4AD8-AACA-BD0DBAAF8FCD}" dt="2026-06-23T13:23:46.189" v="739" actId="1076"/>
          <ac:grpSpMkLst>
            <pc:docMk/>
            <pc:sldMk cId="371151799" sldId="481"/>
            <ac:grpSpMk id="6" creationId="{C7AB6BF9-C717-7882-FBA9-00266EFFDA2C}"/>
          </ac:grpSpMkLst>
        </pc:grpChg>
        <pc:grpChg chg="add mod">
          <ac:chgData name="Brenneisen, Eike" userId="25d95ce1-e078-43b7-ab13-fbcc9f281c66" providerId="ADAL" clId="{43E27347-52E0-4AD8-AACA-BD0DBAAF8FCD}" dt="2026-06-23T13:07:47.181" v="324" actId="1076"/>
          <ac:grpSpMkLst>
            <pc:docMk/>
            <pc:sldMk cId="371151799" sldId="481"/>
            <ac:grpSpMk id="54" creationId="{F59EBE10-A0D5-CEC9-EEF7-3AF88C62ED06}"/>
          </ac:grpSpMkLst>
        </pc:grpChg>
        <pc:grpChg chg="add mod">
          <ac:chgData name="Brenneisen, Eike" userId="25d95ce1-e078-43b7-ab13-fbcc9f281c66" providerId="ADAL" clId="{43E27347-52E0-4AD8-AACA-BD0DBAAF8FCD}" dt="2026-06-23T13:23:58.700" v="745" actId="1076"/>
          <ac:grpSpMkLst>
            <pc:docMk/>
            <pc:sldMk cId="371151799" sldId="481"/>
            <ac:grpSpMk id="55" creationId="{C66DF03B-DF29-DCE3-F86E-9F8B320B62DF}"/>
          </ac:grpSpMkLst>
        </pc:grpChg>
        <pc:grpChg chg="add mod">
          <ac:chgData name="Brenneisen, Eike" userId="25d95ce1-e078-43b7-ab13-fbcc9f281c66" providerId="ADAL" clId="{43E27347-52E0-4AD8-AACA-BD0DBAAF8FCD}" dt="2026-06-23T13:23:58.700" v="745" actId="1076"/>
          <ac:grpSpMkLst>
            <pc:docMk/>
            <pc:sldMk cId="371151799" sldId="481"/>
            <ac:grpSpMk id="59" creationId="{08E47497-9EF8-57B6-5ADE-7BE60FDB8F78}"/>
          </ac:grpSpMkLst>
        </pc:grpChg>
        <pc:grpChg chg="add mod">
          <ac:chgData name="Brenneisen, Eike" userId="25d95ce1-e078-43b7-ab13-fbcc9f281c66" providerId="ADAL" clId="{43E27347-52E0-4AD8-AACA-BD0DBAAF8FCD}" dt="2026-06-23T13:15:31.418" v="580" actId="1076"/>
          <ac:grpSpMkLst>
            <pc:docMk/>
            <pc:sldMk cId="371151799" sldId="481"/>
            <ac:grpSpMk id="60" creationId="{2A39E532-078E-272A-5D07-DAE66E90ED27}"/>
          </ac:grpSpMkLst>
        </pc:grpChg>
        <pc:grpChg chg="add mod">
          <ac:chgData name="Brenneisen, Eike" userId="25d95ce1-e078-43b7-ab13-fbcc9f281c66" providerId="ADAL" clId="{43E27347-52E0-4AD8-AACA-BD0DBAAF8FCD}" dt="2026-06-23T13:15:31.418" v="580" actId="1076"/>
          <ac:grpSpMkLst>
            <pc:docMk/>
            <pc:sldMk cId="371151799" sldId="481"/>
            <ac:grpSpMk id="61" creationId="{4A90648E-3AA1-3B21-DA22-1FDDC8267AEA}"/>
          </ac:grpSpMkLst>
        </pc:grpChg>
        <pc:grpChg chg="add mod">
          <ac:chgData name="Brenneisen, Eike" userId="25d95ce1-e078-43b7-ab13-fbcc9f281c66" providerId="ADAL" clId="{43E27347-52E0-4AD8-AACA-BD0DBAAF8FCD}" dt="2026-06-23T13:23:58.700" v="745" actId="1076"/>
          <ac:grpSpMkLst>
            <pc:docMk/>
            <pc:sldMk cId="371151799" sldId="481"/>
            <ac:grpSpMk id="65" creationId="{6849C211-7F3B-E7D1-BBD6-F69BF8F42E06}"/>
          </ac:grpSpMkLst>
        </pc:grpChg>
        <pc:graphicFrameChg chg="add mod ord modVis">
          <ac:chgData name="Brenneisen, Eike" userId="25d95ce1-e078-43b7-ab13-fbcc9f281c66" providerId="ADAL" clId="{43E27347-52E0-4AD8-AACA-BD0DBAAF8FCD}" dt="2026-06-23T10:48:50.453" v="16"/>
          <ac:graphicFrameMkLst>
            <pc:docMk/>
            <pc:sldMk cId="371151799" sldId="481"/>
            <ac:graphicFrameMk id="34" creationId="{1548FACF-BA5C-401E-B7F7-2F6990ADAA00}"/>
          </ac:graphicFrameMkLst>
        </pc:graphicFrameChg>
        <pc:picChg chg="del">
          <ac:chgData name="Brenneisen, Eike" userId="25d95ce1-e078-43b7-ab13-fbcc9f281c66" providerId="ADAL" clId="{43E27347-52E0-4AD8-AACA-BD0DBAAF8FCD}" dt="2026-06-23T10:50:13.087" v="137" actId="478"/>
          <ac:picMkLst>
            <pc:docMk/>
            <pc:sldMk cId="371151799" sldId="481"/>
            <ac:picMk id="5" creationId="{00000000-0000-0000-0000-000000000000}"/>
          </ac:picMkLst>
        </pc:picChg>
        <pc:picChg chg="mod">
          <ac:chgData name="Brenneisen, Eike" userId="25d95ce1-e078-43b7-ab13-fbcc9f281c66" providerId="ADAL" clId="{43E27347-52E0-4AD8-AACA-BD0DBAAF8FCD}" dt="2026-06-23T13:05:37.857" v="249" actId="164"/>
          <ac:picMkLst>
            <pc:docMk/>
            <pc:sldMk cId="371151799" sldId="481"/>
            <ac:picMk id="8" creationId="{00000000-0000-0000-0000-000000000000}"/>
          </ac:picMkLst>
        </pc:picChg>
        <pc:picChg chg="mod">
          <ac:chgData name="Brenneisen, Eike" userId="25d95ce1-e078-43b7-ab13-fbcc9f281c66" providerId="ADAL" clId="{43E27347-52E0-4AD8-AACA-BD0DBAAF8FCD}" dt="2026-06-23T13:06:53.270" v="280" actId="164"/>
          <ac:picMkLst>
            <pc:docMk/>
            <pc:sldMk cId="371151799" sldId="481"/>
            <ac:picMk id="11" creationId="{00000000-0000-0000-0000-000000000000}"/>
          </ac:picMkLst>
        </pc:picChg>
        <pc:picChg chg="mod">
          <ac:chgData name="Brenneisen, Eike" userId="25d95ce1-e078-43b7-ab13-fbcc9f281c66" providerId="ADAL" clId="{43E27347-52E0-4AD8-AACA-BD0DBAAF8FCD}" dt="2026-06-23T13:07:29" v="317" actId="164"/>
          <ac:picMkLst>
            <pc:docMk/>
            <pc:sldMk cId="371151799" sldId="481"/>
            <ac:picMk id="14" creationId="{00000000-0000-0000-0000-000000000000}"/>
          </ac:picMkLst>
        </pc:picChg>
        <pc:picChg chg="mod">
          <ac:chgData name="Brenneisen, Eike" userId="25d95ce1-e078-43b7-ab13-fbcc9f281c66" providerId="ADAL" clId="{43E27347-52E0-4AD8-AACA-BD0DBAAF8FCD}" dt="2026-06-23T13:05:53.684" v="254" actId="571"/>
          <ac:picMkLst>
            <pc:docMk/>
            <pc:sldMk cId="371151799" sldId="481"/>
            <ac:picMk id="33" creationId="{DC5D0837-703E-AC86-E144-872FAF042429}"/>
          </ac:picMkLst>
        </pc:picChg>
        <pc:picChg chg="mod">
          <ac:chgData name="Brenneisen, Eike" userId="25d95ce1-e078-43b7-ab13-fbcc9f281c66" providerId="ADAL" clId="{43E27347-52E0-4AD8-AACA-BD0DBAAF8FCD}" dt="2026-06-23T13:07:08.233" v="304" actId="571"/>
          <ac:picMkLst>
            <pc:docMk/>
            <pc:sldMk cId="371151799" sldId="481"/>
            <ac:picMk id="57" creationId="{FB19774D-C167-11B6-5761-4C99B572EF5D}"/>
          </ac:picMkLst>
        </pc:picChg>
        <pc:cxnChg chg="mod">
          <ac:chgData name="Brenneisen, Eike" userId="25d95ce1-e078-43b7-ab13-fbcc9f281c66" providerId="ADAL" clId="{43E27347-52E0-4AD8-AACA-BD0DBAAF8FCD}" dt="2026-06-23T13:15:31.418" v="580" actId="1076"/>
          <ac:cxnSpMkLst>
            <pc:docMk/>
            <pc:sldMk cId="371151799" sldId="481"/>
            <ac:cxnSpMk id="41" creationId="{08F63DAD-C9A1-053E-2786-527ADBA970C8}"/>
          </ac:cxnSpMkLst>
        </pc:cxnChg>
      </pc:sldChg>
      <pc:sldChg chg="add del">
        <pc:chgData name="Brenneisen, Eike" userId="25d95ce1-e078-43b7-ab13-fbcc9f281c66" providerId="ADAL" clId="{43E27347-52E0-4AD8-AACA-BD0DBAAF8FCD}" dt="2026-06-23T13:16:19.120" v="586" actId="47"/>
        <pc:sldMkLst>
          <pc:docMk/>
          <pc:sldMk cId="0" sldId="482"/>
        </pc:sldMkLst>
      </pc:sldChg>
      <pc:sldChg chg="addSp delSp modSp add mod chgLayout">
        <pc:chgData name="Brenneisen, Eike" userId="25d95ce1-e078-43b7-ab13-fbcc9f281c66" providerId="ADAL" clId="{43E27347-52E0-4AD8-AACA-BD0DBAAF8FCD}" dt="2026-06-23T13:17:15.512" v="671" actId="1076"/>
        <pc:sldMkLst>
          <pc:docMk/>
          <pc:sldMk cId="3620353806" sldId="483"/>
        </pc:sldMkLst>
        <pc:spChg chg="add del mod">
          <ac:chgData name="Brenneisen, Eike" userId="25d95ce1-e078-43b7-ab13-fbcc9f281c66" providerId="ADAL" clId="{43E27347-52E0-4AD8-AACA-BD0DBAAF8FCD}" dt="2026-06-23T13:08:09.757" v="334" actId="6264"/>
          <ac:spMkLst>
            <pc:docMk/>
            <pc:sldMk cId="3620353806" sldId="483"/>
            <ac:spMk id="5" creationId="{5145C6D5-D7C3-C296-29B3-B9AF6CAB65D8}"/>
          </ac:spMkLst>
        </pc:spChg>
        <pc:spChg chg="add del mod">
          <ac:chgData name="Brenneisen, Eike" userId="25d95ce1-e078-43b7-ab13-fbcc9f281c66" providerId="ADAL" clId="{43E27347-52E0-4AD8-AACA-BD0DBAAF8FCD}" dt="2026-06-23T13:08:09.757" v="334" actId="6264"/>
          <ac:spMkLst>
            <pc:docMk/>
            <pc:sldMk cId="3620353806" sldId="483"/>
            <ac:spMk id="7" creationId="{2762F92D-9E6E-0684-0C00-74A90A996256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12" creationId="{9D208979-F8DA-291F-E821-B940DF4A8A76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16" creationId="{EC75C723-96FD-F916-B451-F7F4603D6226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19" creationId="{9E60F8C2-B2F6-99DB-FDB6-4A738EF02EB3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22" creationId="{5AB0CEDE-99D6-6608-F2D3-3BECFD04EB49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24" creationId="{5DE6481B-A01B-C45F-A68E-B366CE387D59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27" creationId="{10B6D080-7779-D1ED-F37C-F1E2788AA52E}"/>
          </ac:spMkLst>
        </pc:spChg>
        <pc:spChg chg="add mod">
          <ac:chgData name="Brenneisen, Eike" userId="25d95ce1-e078-43b7-ab13-fbcc9f281c66" providerId="ADAL" clId="{43E27347-52E0-4AD8-AACA-BD0DBAAF8FCD}" dt="2026-06-23T13:08:37.259" v="363" actId="1076"/>
          <ac:spMkLst>
            <pc:docMk/>
            <pc:sldMk cId="3620353806" sldId="483"/>
            <ac:spMk id="28" creationId="{B7D3E6D5-A955-985B-CD6C-7266CCBD2E17}"/>
          </ac:spMkLst>
        </pc:spChg>
        <pc:spChg chg="add del mod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31" creationId="{FAF5EF22-72DA-B05A-56D2-497000560C5B}"/>
          </ac:spMkLst>
        </pc:spChg>
        <pc:spChg chg="mod ord">
          <ac:chgData name="Brenneisen, Eike" userId="25d95ce1-e078-43b7-ab13-fbcc9f281c66" providerId="ADAL" clId="{43E27347-52E0-4AD8-AACA-BD0DBAAF8FCD}" dt="2026-06-23T13:08:15.369" v="358" actId="299"/>
          <ac:spMkLst>
            <pc:docMk/>
            <pc:sldMk cId="3620353806" sldId="483"/>
            <ac:spMk id="35" creationId="{88851BD3-23BB-97F2-3323-C9F4FFABAD91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36" creationId="{178D2FB5-1ED7-A3F5-EA10-F5A75EEC5823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37" creationId="{431BDAFE-656E-434D-EBCB-42193374EFCE}"/>
          </ac:spMkLst>
        </pc:spChg>
        <pc:spChg chg="mod ord">
          <ac:chgData name="Brenneisen, Eike" userId="25d95ce1-e078-43b7-ab13-fbcc9f281c66" providerId="ADAL" clId="{43E27347-52E0-4AD8-AACA-BD0DBAAF8FCD}" dt="2026-06-23T13:08:28.551" v="360"/>
          <ac:spMkLst>
            <pc:docMk/>
            <pc:sldMk cId="3620353806" sldId="483"/>
            <ac:spMk id="38" creationId="{6E62F849-1788-7820-F555-5D83255B28D1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42" creationId="{C5483757-4CA7-CEE9-63E3-36EEC8F31855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43" creationId="{5759E147-4904-E34C-5E1A-C47436044306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47" creationId="{0203C15D-0674-7324-072C-8D66A7C7520B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51" creationId="{D353FC9F-381F-F420-F9CB-8E74BF6361CA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52" creationId="{FB443702-9963-2A1E-87EE-60971781E2A5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53" creationId="{26D7496B-9888-3FC8-0819-78D23A836AAB}"/>
          </ac:spMkLst>
        </pc:spChg>
        <pc:spChg chg="del">
          <ac:chgData name="Brenneisen, Eike" userId="25d95ce1-e078-43b7-ab13-fbcc9f281c66" providerId="ADAL" clId="{43E27347-52E0-4AD8-AACA-BD0DBAAF8FCD}" dt="2026-06-23T13:08:34.656" v="361" actId="478"/>
          <ac:spMkLst>
            <pc:docMk/>
            <pc:sldMk cId="3620353806" sldId="483"/>
            <ac:spMk id="58" creationId="{779DB424-C340-C02C-886D-F0AB548F4474}"/>
          </ac:spMkLst>
        </pc:spChg>
        <pc:spChg chg="add del mod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60" creationId="{A068B505-CB82-FD64-9501-C162EF7292EA}"/>
          </ac:spMkLst>
        </pc:spChg>
        <pc:spChg chg="add del mod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61" creationId="{02134B7E-7E03-FA9A-47CF-55AE20746E51}"/>
          </ac:spMkLst>
        </pc:spChg>
        <pc:spChg chg="del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63" creationId="{4164703E-F669-6EC0-B391-D6B5554DE030}"/>
          </ac:spMkLst>
        </pc:spChg>
        <pc:spChg chg="add del mod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65" creationId="{8F60C078-7548-4E70-CA28-AD0844C24AA1}"/>
          </ac:spMkLst>
        </pc:spChg>
        <pc:spChg chg="del">
          <ac:chgData name="Brenneisen, Eike" userId="25d95ce1-e078-43b7-ab13-fbcc9f281c66" providerId="ADAL" clId="{43E27347-52E0-4AD8-AACA-BD0DBAAF8FCD}" dt="2026-06-23T13:08:51.628" v="364" actId="478"/>
          <ac:spMkLst>
            <pc:docMk/>
            <pc:sldMk cId="3620353806" sldId="483"/>
            <ac:spMk id="66" creationId="{81F406D2-C309-FA0C-9476-9BECB654EF7D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68" creationId="{50A6C922-D779-7C4F-4D0F-4C9A0282EDCA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69" creationId="{DCA69B22-2D30-1358-CE16-978565C05FDD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70" creationId="{4AE5E57D-8996-FFA4-766C-E5604806E0C3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72" creationId="{D4780173-1BB6-959A-2174-EDD79A68528B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74" creationId="{667B666C-8ACE-B57E-E85F-E80A3A0B0222}"/>
          </ac:spMkLst>
        </pc:spChg>
        <pc:spChg chg="add del mod">
          <ac:chgData name="Brenneisen, Eike" userId="25d95ce1-e078-43b7-ab13-fbcc9f281c66" providerId="ADAL" clId="{43E27347-52E0-4AD8-AACA-BD0DBAAF8FCD}" dt="2026-06-23T13:09:05.915" v="367" actId="478"/>
          <ac:spMkLst>
            <pc:docMk/>
            <pc:sldMk cId="3620353806" sldId="483"/>
            <ac:spMk id="75" creationId="{4735C82F-8D70-BDD1-DF3F-5F4384A856E5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77" creationId="{26E06B79-0DFF-C8C1-0DDC-5BDE1EBAA65A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78" creationId="{3D455107-18D0-6BC7-284E-0CAF71C1B8CC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79" creationId="{08AABE58-A2A5-079A-8D19-2BE320C815F1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81" creationId="{F7719BDB-0D80-3F04-A17B-BE3BB26592B5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83" creationId="{BFBC8300-2C8A-35C3-D14C-0598EE56E138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84" creationId="{1BECB315-3426-5630-CB1C-A28DA9EF1C87}"/>
          </ac:spMkLst>
        </pc:spChg>
        <pc:spChg chg="add mod">
          <ac:chgData name="Brenneisen, Eike" userId="25d95ce1-e078-43b7-ab13-fbcc9f281c66" providerId="ADAL" clId="{43E27347-52E0-4AD8-AACA-BD0DBAAF8FCD}" dt="2026-06-23T13:17:15.512" v="671" actId="1076"/>
          <ac:spMkLst>
            <pc:docMk/>
            <pc:sldMk cId="3620353806" sldId="483"/>
            <ac:spMk id="86" creationId="{98ECD898-741F-9AEF-62FB-366152FF61CE}"/>
          </ac:spMkLst>
        </pc:spChg>
        <pc:picChg chg="del">
          <ac:chgData name="Brenneisen, Eike" userId="25d95ce1-e078-43b7-ab13-fbcc9f281c66" providerId="ADAL" clId="{43E27347-52E0-4AD8-AACA-BD0DBAAF8FCD}" dt="2026-06-23T13:08:51.628" v="364" actId="478"/>
          <ac:picMkLst>
            <pc:docMk/>
            <pc:sldMk cId="3620353806" sldId="483"/>
            <ac:picMk id="64" creationId="{02DC879D-BACA-934C-16B2-63FDF962B8DC}"/>
          </ac:picMkLst>
        </pc:picChg>
        <pc:picChg chg="del">
          <ac:chgData name="Brenneisen, Eike" userId="25d95ce1-e078-43b7-ab13-fbcc9f281c66" providerId="ADAL" clId="{43E27347-52E0-4AD8-AACA-BD0DBAAF8FCD}" dt="2026-06-23T13:08:51.628" v="364" actId="478"/>
          <ac:picMkLst>
            <pc:docMk/>
            <pc:sldMk cId="3620353806" sldId="483"/>
            <ac:picMk id="67" creationId="{02C7DB7A-77A0-AB98-5A82-F2D3B9D4A876}"/>
          </ac:picMkLst>
        </pc:picChg>
        <pc:picChg chg="add del mod">
          <ac:chgData name="Brenneisen, Eike" userId="25d95ce1-e078-43b7-ab13-fbcc9f281c66" providerId="ADAL" clId="{43E27347-52E0-4AD8-AACA-BD0DBAAF8FCD}" dt="2026-06-23T13:09:05.915" v="367" actId="478"/>
          <ac:picMkLst>
            <pc:docMk/>
            <pc:sldMk cId="3620353806" sldId="483"/>
            <ac:picMk id="73" creationId="{3BFE7C3A-EF4D-AA16-B399-9A744AF7A04D}"/>
          </ac:picMkLst>
        </pc:picChg>
        <pc:picChg chg="add del mod">
          <ac:chgData name="Brenneisen, Eike" userId="25d95ce1-e078-43b7-ab13-fbcc9f281c66" providerId="ADAL" clId="{43E27347-52E0-4AD8-AACA-BD0DBAAF8FCD}" dt="2026-06-23T13:09:05.915" v="367" actId="478"/>
          <ac:picMkLst>
            <pc:docMk/>
            <pc:sldMk cId="3620353806" sldId="483"/>
            <ac:picMk id="76" creationId="{5C9C5847-82E8-E6CC-37F0-5DEDAF3C5B76}"/>
          </ac:picMkLst>
        </pc:picChg>
        <pc:picChg chg="add mod">
          <ac:chgData name="Brenneisen, Eike" userId="25d95ce1-e078-43b7-ab13-fbcc9f281c66" providerId="ADAL" clId="{43E27347-52E0-4AD8-AACA-BD0DBAAF8FCD}" dt="2026-06-23T13:17:15.512" v="671" actId="1076"/>
          <ac:picMkLst>
            <pc:docMk/>
            <pc:sldMk cId="3620353806" sldId="483"/>
            <ac:picMk id="82" creationId="{DE076BC9-AA11-56A4-08DC-04B1419E465C}"/>
          </ac:picMkLst>
        </pc:picChg>
        <pc:picChg chg="add mod">
          <ac:chgData name="Brenneisen, Eike" userId="25d95ce1-e078-43b7-ab13-fbcc9f281c66" providerId="ADAL" clId="{43E27347-52E0-4AD8-AACA-BD0DBAAF8FCD}" dt="2026-06-23T13:17:15.512" v="671" actId="1076"/>
          <ac:picMkLst>
            <pc:docMk/>
            <pc:sldMk cId="3620353806" sldId="483"/>
            <ac:picMk id="85" creationId="{8BF6EDDC-D7D3-5645-6414-EA75C4F4529D}"/>
          </ac:picMkLst>
        </pc:picChg>
        <pc:cxnChg chg="mod">
          <ac:chgData name="Brenneisen, Eike" userId="25d95ce1-e078-43b7-ab13-fbcc9f281c66" providerId="ADAL" clId="{43E27347-52E0-4AD8-AACA-BD0DBAAF8FCD}" dt="2026-06-23T13:09:00.244" v="366" actId="14861"/>
          <ac:cxnSpMkLst>
            <pc:docMk/>
            <pc:sldMk cId="3620353806" sldId="483"/>
            <ac:cxnSpMk id="29" creationId="{1EF9D64F-A1D6-74EF-7AE8-1311420B2099}"/>
          </ac:cxnSpMkLst>
        </pc:cxnChg>
        <pc:cxnChg chg="mod">
          <ac:chgData name="Brenneisen, Eike" userId="25d95ce1-e078-43b7-ab13-fbcc9f281c66" providerId="ADAL" clId="{43E27347-52E0-4AD8-AACA-BD0DBAAF8FCD}" dt="2026-06-23T13:09:00.244" v="366" actId="14861"/>
          <ac:cxnSpMkLst>
            <pc:docMk/>
            <pc:sldMk cId="3620353806" sldId="483"/>
            <ac:cxnSpMk id="30" creationId="{D1D9EBF5-D008-9F78-1C9D-F8BE31DFED8D}"/>
          </ac:cxnSpMkLst>
        </pc:cxnChg>
        <pc:cxnChg chg="del">
          <ac:chgData name="Brenneisen, Eike" userId="25d95ce1-e078-43b7-ab13-fbcc9f281c66" providerId="ADAL" clId="{43E27347-52E0-4AD8-AACA-BD0DBAAF8FCD}" dt="2026-06-23T13:08:51.628" v="364" actId="478"/>
          <ac:cxnSpMkLst>
            <pc:docMk/>
            <pc:sldMk cId="3620353806" sldId="483"/>
            <ac:cxnSpMk id="62" creationId="{1DC9513E-9E51-4193-644B-0A3ADEC32EEE}"/>
          </ac:cxnSpMkLst>
        </pc:cxnChg>
        <pc:cxnChg chg="add del mod">
          <ac:chgData name="Brenneisen, Eike" userId="25d95ce1-e078-43b7-ab13-fbcc9f281c66" providerId="ADAL" clId="{43E27347-52E0-4AD8-AACA-BD0DBAAF8FCD}" dt="2026-06-23T13:09:05.915" v="367" actId="478"/>
          <ac:cxnSpMkLst>
            <pc:docMk/>
            <pc:sldMk cId="3620353806" sldId="483"/>
            <ac:cxnSpMk id="71" creationId="{4EAA5F36-DEEF-C460-B578-5EE11CB8A7C2}"/>
          </ac:cxnSpMkLst>
        </pc:cxnChg>
        <pc:cxnChg chg="add mod">
          <ac:chgData name="Brenneisen, Eike" userId="25d95ce1-e078-43b7-ab13-fbcc9f281c66" providerId="ADAL" clId="{43E27347-52E0-4AD8-AACA-BD0DBAAF8FCD}" dt="2026-06-23T13:17:15.512" v="671" actId="1076"/>
          <ac:cxnSpMkLst>
            <pc:docMk/>
            <pc:sldMk cId="3620353806" sldId="483"/>
            <ac:cxnSpMk id="80" creationId="{990EDCEE-80EE-AF89-397A-6A5C62C8795B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1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/>
          <a:lstStyle>
            <a:lvl1pPr algn="r">
              <a:defRPr sz="1100"/>
            </a:lvl1pPr>
          </a:lstStyle>
          <a:p>
            <a:fld id="{B4AD245C-091B-44E2-BFB0-BD94217887F7}" type="datetimeFigureOut">
              <a:rPr lang="en-US">
                <a:latin typeface="Arial" panose="020B0604020202020204" pitchFamily="34" charset="0"/>
              </a:rPr>
              <a:t>6/23/2026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l">
              <a:defRPr sz="11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3"/>
            <a:ext cx="3170138" cy="479539"/>
          </a:xfrm>
          <a:prstGeom prst="rect">
            <a:avLst/>
          </a:prstGeom>
        </p:spPr>
        <p:txBody>
          <a:bodyPr vert="horz" lIns="90913" tIns="45457" rIns="90913" bIns="45457" rtlCol="0" anchor="b"/>
          <a:lstStyle>
            <a:lvl1pPr algn="r">
              <a:defRPr sz="1100"/>
            </a:lvl1pPr>
          </a:lstStyle>
          <a:p>
            <a:fld id="{9A913F39-CFF6-40F1-84D1-700840B41EAB}" type="slidenum">
              <a:rPr lang="en-US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131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0BA5BBE4-AEA3-489A-A28E-0C2FAF2506E3}" type="datetimeFigureOut">
              <a:rPr lang="en-US"/>
              <a:pPr/>
              <a:t>6/23/2026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8788" y="720725"/>
            <a:ext cx="63976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8478" tIns="49238" rIns="98478" bIns="49238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1"/>
            <a:ext cx="5852160" cy="4320540"/>
          </a:xfrm>
          <a:prstGeom prst="rect">
            <a:avLst/>
          </a:prstGeom>
        </p:spPr>
        <p:txBody>
          <a:bodyPr vert="horz" lIns="98478" tIns="49238" rIns="98478" bIns="49238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5"/>
            <a:ext cx="3169920" cy="480060"/>
          </a:xfrm>
          <a:prstGeom prst="rect">
            <a:avLst/>
          </a:prstGeom>
        </p:spPr>
        <p:txBody>
          <a:bodyPr vert="horz" lIns="98478" tIns="49238" rIns="98478" bIns="49238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0F4A2C8-6C88-4E71-83EE-698B9D4FE22F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730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6.emf"/><Relationship Id="rId5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6.emf"/><Relationship Id="rId5" Type="http://schemas.openxmlformats.org/officeDocument/2006/relationships/image" Target="../media/image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 with tagline logo lockup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" y="-5466"/>
            <a:ext cx="2779776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7FC5E484-EB26-0B50-B87A-799C320E83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31720489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9C623ED-9A31-E94B-385F-DFBB34F5916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3141457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 with tagline logo lockup - CM centered 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" y="-5466"/>
            <a:ext cx="2779776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8540786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 - CM centered 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090621981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 with tagline logo lockup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" y="-5466"/>
            <a:ext cx="2779776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9A09F874-9939-7788-F7E8-1E902B5632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89876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638236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-Deloitte Green gradient with tagline logo lockup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pic>
        <p:nvPicPr>
          <p:cNvPr id="3" name="Picture 2" descr="Deloitte logo lockup with Together makes progress tagline">
            <a:extLst>
              <a:ext uri="{FF2B5EF4-FFF2-40B4-BE49-F238E27FC236}">
                <a16:creationId xmlns:a16="http://schemas.microsoft.com/office/drawing/2014/main" id="{A1983826-29C7-9575-AAA8-E0D864E52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" y="-5466"/>
            <a:ext cx="2779776" cy="1308222"/>
          </a:xfrm>
          <a:prstGeom prst="rect">
            <a:avLst/>
          </a:prstGeom>
        </p:spPr>
      </p:pic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E4A851A-D19A-CC7E-CF9F-4EEAB1DF2E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" y="-5466"/>
            <a:ext cx="2779776" cy="130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202484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3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38310312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with tagline logo lockup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D417F91-0FD9-83FB-569A-B960E93D5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1042251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FB2FFE14-03CA-6135-58A2-5C311D36512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39478856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with tagline logo lockup - CM centered 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2396610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- CM centered 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2879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2511490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 with tagline logo lockup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 lockup with Together makes progress tagline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3F8A2FFF-A4B2-D935-C7DC-1DB5EDE4A7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05543470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BCB8175-C467-0B04-B004-47252C8E68C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6880063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 with tagline logo lockup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pic>
        <p:nvPicPr>
          <p:cNvPr id="2" name="Picture 1" descr="Deloitte logo lockup with Together makes progress tagline">
            <a:extLst>
              <a:ext uri="{FF2B5EF4-FFF2-40B4-BE49-F238E27FC236}">
                <a16:creationId xmlns:a16="http://schemas.microsoft.com/office/drawing/2014/main" id="{BE86AADC-48FD-960B-F4EC-82693FA499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  <p:pic>
        <p:nvPicPr>
          <p:cNvPr id="3" name="Picture 2" descr="Deloitte logo lockup with Together makes progress tagline">
            <a:extLst>
              <a:ext uri="{FF2B5EF4-FFF2-40B4-BE49-F238E27FC236}">
                <a16:creationId xmlns:a16="http://schemas.microsoft.com/office/drawing/2014/main" id="{0EB08596-6566-04B7-6E40-E9321F1A98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775618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eloitte logo">
            <a:extLst>
              <a:ext uri="{FF2B5EF4-FFF2-40B4-BE49-F238E27FC236}">
                <a16:creationId xmlns:a16="http://schemas.microsoft.com/office/drawing/2014/main" id="{885222D5-1719-1676-C66A-2EB4C1E3D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6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accent6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75513323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Full bleed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239FF85-CD49-BB35-3695-75C424AD973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5186209"/>
            <a:ext cx="4490721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Aptos" panose="020B0004020202020204" pitchFamily="34" charset="0"/>
                <a:ea typeface="Open Sans" panose="020B060603050402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secondary text</a:t>
            </a:r>
          </a:p>
        </p:txBody>
      </p:sp>
    </p:spTree>
    <p:extLst>
      <p:ext uri="{BB962C8B-B14F-4D97-AF65-F5344CB8AC3E}">
        <p14:creationId xmlns:p14="http://schemas.microsoft.com/office/powerpoint/2010/main" val="2125570879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Glow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622674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45E3228C-6488-D962-AD57-9F2A5C589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5" name="CaseCode">
            <a:extLst>
              <a:ext uri="{FF2B5EF4-FFF2-40B4-BE49-F238E27FC236}">
                <a16:creationId xmlns:a16="http://schemas.microsoft.com/office/drawing/2014/main" id="{731E6BB5-C9D1-E35B-D6D9-245F1063E86F}"/>
              </a:ext>
            </a:extLst>
          </p:cNvPr>
          <p:cNvSpPr txBox="1"/>
          <p:nvPr userDrawn="1"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8B5B05F3-7BE5-74BC-C267-D563E5B2A301}"/>
              </a:ext>
            </a:extLst>
          </p:cNvPr>
          <p:cNvSpPr txBox="1"/>
          <p:nvPr userDrawn="1"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82C802-4131-8DA8-7683-E68E2E309BA0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2671CB7-EA0F-58E4-4174-1D1922A3AB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5761424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United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19038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D2CC364-3A56-4B32-F356-4C27AC2B9C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6B8C9E7-4466-7BA5-F810-207C3AD47343}"/>
              </a:ext>
            </a:extLst>
          </p:cNvPr>
          <p:cNvSpPr/>
          <p:nvPr userDrawn="1"/>
        </p:nvSpPr>
        <p:spPr bwMode="gray">
          <a:xfrm>
            <a:off x="0" y="6134100"/>
            <a:ext cx="12192000" cy="723900"/>
          </a:xfrm>
          <a:prstGeom prst="rect">
            <a:avLst/>
          </a:prstGeom>
          <a:solidFill>
            <a:schemeClr val="tx1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GB" sz="1600" b="1" dirty="0">
              <a:solidFill>
                <a:schemeClr val="bg1"/>
              </a:solidFill>
            </a:endParaRPr>
          </a:p>
        </p:txBody>
      </p:sp>
      <p:pic>
        <p:nvPicPr>
          <p:cNvPr id="2" name="Picture 1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56245C15-57A3-6DF3-1754-20E77EB5CAD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seCode">
            <a:extLst>
              <a:ext uri="{FF2B5EF4-FFF2-40B4-BE49-F238E27FC236}">
                <a16:creationId xmlns:a16="http://schemas.microsoft.com/office/drawing/2014/main" id="{5B845E89-F80E-32AE-4F61-BAF2AA74950B}"/>
              </a:ext>
            </a:extLst>
          </p:cNvPr>
          <p:cNvSpPr txBox="1"/>
          <p:nvPr userDrawn="1"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7" name="Copyright">
            <a:extLst>
              <a:ext uri="{FF2B5EF4-FFF2-40B4-BE49-F238E27FC236}">
                <a16:creationId xmlns:a16="http://schemas.microsoft.com/office/drawing/2014/main" id="{B7CF71EE-0CD0-8C9C-7BDE-2A50106D047E}"/>
              </a:ext>
            </a:extLst>
          </p:cNvPr>
          <p:cNvSpPr txBox="1"/>
          <p:nvPr userDrawn="1"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2E2EDCA-A039-A543-5967-C567708E407B}"/>
              </a:ext>
            </a:extLst>
          </p:cNvPr>
          <p:cNvSpPr txBox="1"/>
          <p:nvPr userDrawn="1"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4939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Code">
            <a:extLst>
              <a:ext uri="{FF2B5EF4-FFF2-40B4-BE49-F238E27FC236}">
                <a16:creationId xmlns:a16="http://schemas.microsoft.com/office/drawing/2014/main" id="{67FC27F4-B029-8F10-CF8E-13A946A025B5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89AEA1EB-B05E-844E-88AE-0B79DF479CCD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97C4E0-E9D0-9FCD-AFF6-A164148A4809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accent4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237997-F2A9-D664-587D-4BF3816A0D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accent4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95977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ADBA1BC3-DF0A-C7C2-54F8-FADB09EEDB7D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80879667-8E19-0A8A-570B-A31B8E1A0A23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51E4B-6F26-F51C-0F00-AA71F4B0CCCE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12CD58D-2BFB-3387-A814-C06828E88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437141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ADBA1BC3-DF0A-C7C2-54F8-FADB09EEDB7D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80879667-8E19-0A8A-570B-A31B8E1A0A23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51E4B-6F26-F51C-0F00-AA71F4B0CCCE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accent4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accent4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288D3C-20C4-200E-7A39-8253F3E6AD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accent4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162621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Deep Green">
    <p:bg bwMode="gray"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aseCode">
            <a:extLst>
              <a:ext uri="{FF2B5EF4-FFF2-40B4-BE49-F238E27FC236}">
                <a16:creationId xmlns:a16="http://schemas.microsoft.com/office/drawing/2014/main" id="{F684A669-26C5-90D5-704C-199677EB5DCB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007BB995-EE99-3880-DCE6-C93F71A128CE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1CC79A-BB5E-1920-0382-D1E9D54533B4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bg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bg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7582AB9-92F7-B2E5-BF9C-744E1F477F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9104156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ark-Bright gradient 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Code">
            <a:extLst>
              <a:ext uri="{FF2B5EF4-FFF2-40B4-BE49-F238E27FC236}">
                <a16:creationId xmlns:a16="http://schemas.microsoft.com/office/drawing/2014/main" id="{2FC75865-6F76-C54E-DF22-E2B4689596A8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D8129D5-9039-E8B3-5F13-E4574BC308FD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CBBC4D-3C0B-94BF-1ABE-F74D334FD22C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59336F-A28E-132F-AE15-43D8D49F2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471795905"/>
      </p:ext>
    </p:extLst>
  </p:cSld>
  <p:clrMapOvr>
    <a:masterClrMapping/>
  </p:clrMapOvr>
  <p:transition>
    <p:fade/>
  </p:transition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Bright Green">
    <p:bg bwMode="gray"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Code">
            <a:extLst>
              <a:ext uri="{FF2B5EF4-FFF2-40B4-BE49-F238E27FC236}">
                <a16:creationId xmlns:a16="http://schemas.microsoft.com/office/drawing/2014/main" id="{1F8EA9CE-A4FD-7F07-8A19-61F161FECD5F}"/>
              </a:ext>
            </a:extLst>
          </p:cNvPr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EFB2FD2C-2339-18D3-FE74-70FF8DBE712E}"/>
              </a:ext>
            </a:extLst>
          </p:cNvPr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2674E4-36E3-6473-BA52-EF41006ED287}"/>
              </a:ext>
            </a:extLst>
          </p:cNvPr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chemeClr val="tx1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chemeClr val="tx1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4FDF0-825B-9D05-FCBA-CD50EF6CC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4762951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5F35D1E1-7A9C-AE7F-744F-00D2D0F343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070983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Full blee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E1843C-9C47-5853-9CCF-75A6755EA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>
                <a:solidFill>
                  <a:schemeClr val="tx1"/>
                </a:solidFill>
                <a:latin typeface="Aptos" panose="020B0004020202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74225893"/>
      </p:ext>
    </p:extLst>
  </p:cSld>
  <p:clrMapOvr>
    <a:masterClrMapping/>
  </p:clrMapOvr>
  <p:transition>
    <p:fade/>
  </p:transition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96593EEB-1CDC-4080-8C11-602DEAE10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11191353"/>
      </p:ext>
    </p:extLst>
  </p:cSld>
  <p:clrMapOvr>
    <a:masterClrMapping/>
  </p:clrMapOvr>
  <p:transition>
    <p:fade/>
  </p:transition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  <a:noFill/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567164D-98D6-14DE-1654-8043100211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03670467"/>
      </p:ext>
    </p:extLst>
  </p:cSld>
  <p:clrMapOvr>
    <a:masterClrMapping/>
  </p:clrMapOvr>
  <p:transition>
    <p:fade/>
  </p:transition>
  <p:hf hd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63DAA5C-077F-FE00-63CE-03BEF637C37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6929E50-6BC7-6A16-7F97-75FA3937A2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99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7824798"/>
      </p:ext>
    </p:extLst>
  </p:cSld>
  <p:clrMapOvr>
    <a:masterClrMapping/>
  </p:clrMapOvr>
  <p:transition>
    <p:fade/>
  </p:transition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8249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ADD490B8-B418-78D3-2E0B-461A61F706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8333EA7F-716E-CA3B-831D-4E6ADC7C21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12974177"/>
      </p:ext>
    </p:extLst>
  </p:cSld>
  <p:clrMapOvr>
    <a:masterClrMapping/>
  </p:clrMapOvr>
  <p:transition>
    <p:fade/>
  </p:transition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8B191C74-910B-0CFC-9067-143443C4A2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9F0BB36C-DE52-CFD5-6483-3AF9FFFA10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903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551886"/>
      </p:ext>
    </p:extLst>
  </p:cSld>
  <p:clrMapOvr>
    <a:masterClrMapping/>
  </p:clrMapOvr>
  <p:transition>
    <p:fade/>
  </p:transition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30019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90138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B60B513-6C68-425A-86AC-3FC42F4B2B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9257AFC-2713-6B3B-F635-37B6D88CC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92734165"/>
      </p:ext>
    </p:extLst>
  </p:cSld>
  <p:clrMapOvr>
    <a:masterClrMapping/>
  </p:clrMapOvr>
  <p:transition>
    <p:fade/>
  </p:transition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67D2A86E-3485-4064-F11B-592641772D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E96810A4-9AE7-5408-F486-24386EEDA4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40467378"/>
      </p:ext>
    </p:extLst>
  </p:cSld>
  <p:clrMapOvr>
    <a:masterClrMapping/>
  </p:clrMapOvr>
  <p:transition>
    <p:fade/>
  </p:transition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  <a:ln>
            <a:noFill/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362A436-16E9-8D92-CE75-CF090274A9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53565A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CE7ED7B-D3F7-0C2D-3D7F-23B03A315C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281788"/>
      </p:ext>
    </p:extLst>
  </p:cSld>
  <p:clrMapOvr>
    <a:masterClrMapping/>
  </p:clrMapOvr>
  <p:transition>
    <p:fade/>
  </p:transition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9870"/>
            <a:ext cx="8566108" cy="2169796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defRPr sz="800" b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2" name="Picture 1" descr="Deloitte logo">
            <a:extLst>
              <a:ext uri="{FF2B5EF4-FFF2-40B4-BE49-F238E27FC236}">
                <a16:creationId xmlns:a16="http://schemas.microsoft.com/office/drawing/2014/main" id="{1BEBA89D-3AAC-3CB0-C580-EB5B54573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957544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BDCA0-170F-9CD6-736F-61D6DB7637DE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40349"/>
      </p:ext>
    </p:extLst>
  </p:cSld>
  <p:clrMapOvr>
    <a:masterClrMapping/>
  </p:clrMapOvr>
  <p:transition>
    <p:fade/>
  </p:transition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99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115815"/>
      </p:ext>
    </p:extLst>
  </p:cSld>
  <p:clrMapOvr>
    <a:masterClrMapping/>
  </p:clrMapOvr>
  <p:transition>
    <p:fade/>
  </p:transition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9ADC3A-733E-B0C3-7E56-F3F1B58EF9C5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9427996"/>
      </p:ext>
    </p:extLst>
  </p:cSld>
  <p:clrMapOvr>
    <a:masterClrMapping/>
  </p:clrMapOvr>
  <p:transition>
    <p:fade/>
  </p:transition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903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9BAB5-7E18-7CA4-E491-CFBBC15D414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093857"/>
      </p:ext>
    </p:extLst>
  </p:cSld>
  <p:clrMapOvr>
    <a:masterClrMapping/>
  </p:clrMapOvr>
  <p:transition>
    <p:fade/>
  </p:transition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30019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90138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856A78-3545-9D7B-9B1D-9AE4F55FC8F3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38E7C72-C010-DA66-DF7D-35A25DD79F9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208F306-D5E9-9F07-9D03-6822787DE5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26C966-CA27-94D4-324B-5F76A1FC3EA0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0630551"/>
      </p:ext>
    </p:extLst>
  </p:cSld>
  <p:clrMapOvr>
    <a:masterClrMapping/>
  </p:clrMapOvr>
  <p:transition>
    <p:fade/>
  </p:transition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3C72F6-78BA-1C5C-0E41-3928DBA9B4D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779F49E-3102-B8AE-3214-0E5933FEBBA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36BED1F-8F10-CF1B-922C-6719E90171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74E6B2-A34D-D64D-6B7B-7A40DF2A7243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91653"/>
      </p:ext>
    </p:extLst>
  </p:cSld>
  <p:clrMapOvr>
    <a:masterClrMapping/>
  </p:clrMapOvr>
  <p:transition>
    <p:fade/>
  </p:transition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385F7-0E68-136E-49BA-D113551EF594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914466"/>
      </p:ext>
    </p:extLst>
  </p:cSld>
  <p:clrMapOvr>
    <a:masterClrMapping/>
  </p:clrMapOvr>
  <p:transition>
    <p:fade/>
  </p:transition>
  <p:hf hd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BDCA0-170F-9CD6-736F-61D6DB7637DE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339171"/>
      </p:ext>
    </p:extLst>
  </p:cSld>
  <p:clrMapOvr>
    <a:masterClrMapping/>
  </p:clrMapOvr>
  <p:transition>
    <p:fade/>
  </p:transition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99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727070"/>
      </p:ext>
    </p:extLst>
  </p:cSld>
  <p:clrMapOvr>
    <a:masterClrMapping/>
  </p:clrMapOvr>
  <p:transition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5486400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8249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/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/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/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/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9ADC3A-733E-B0C3-7E56-F3F1B58EF9C5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402337"/>
      </p:ext>
    </p:extLst>
  </p:cSld>
  <p:clrMapOvr>
    <a:masterClrMapping/>
  </p:clrMapOvr>
  <p:transition>
    <p:fade/>
  </p:transition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903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9BAB5-7E18-7CA4-E491-CFBBC15D414C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648513"/>
      </p:ext>
    </p:extLst>
  </p:cSld>
  <p:clrMapOvr>
    <a:masterClrMapping/>
  </p:clrMapOvr>
  <p:transition>
    <p:fade/>
  </p:transition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30019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90138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856A78-3545-9D7B-9B1D-9AE4F55FC8F3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38E7C72-C010-DA66-DF7D-35A25DD79F9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208F306-D5E9-9F07-9D03-6822787DE5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26C966-CA27-94D4-324B-5F76A1FC3EA0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2867221"/>
      </p:ext>
    </p:extLst>
  </p:cSld>
  <p:clrMapOvr>
    <a:masterClrMapping/>
  </p:clrMapOvr>
  <p:transition>
    <p:fade/>
  </p:transition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F484570F-AB85-4401-FAD0-3C8AAB53FCC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8932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4570F-AB85-4401-FAD0-3C8AAB53FC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9842" y="1880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56583" y="4256213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4FC28274-B484-ADCB-6FAD-CD816034B79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04052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latin typeface="Aptos" panose="020B0004020202020204" pitchFamily="34" charset="0"/>
              </a:defRPr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89188" y="1880213"/>
            <a:ext cx="38461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4052" y="4256213"/>
            <a:ext cx="384962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86933" y="4256213"/>
            <a:ext cx="3848355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 b="0"/>
            </a:lvl3pPr>
            <a:lvl4pPr marL="548640" indent="-182880">
              <a:defRPr b="0"/>
            </a:lvl4pPr>
            <a:lvl5pPr marL="731520">
              <a:defRPr b="0"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7200" y="4044901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3C72F6-78BA-1C5C-0E41-3928DBA9B4D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779F49E-3102-B8AE-3214-0E5933FEBBA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36BED1F-8F10-CF1B-922C-6719E90171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74E6B2-A34D-D64D-6B7B-7A40DF2A7243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86694"/>
      </p:ext>
    </p:extLst>
  </p:cSld>
  <p:clrMapOvr>
    <a:masterClrMapping/>
  </p:clrMapOvr>
  <p:transition>
    <p:fade/>
  </p:transition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/>
            </a:lvl1pPr>
            <a:lvl2pPr>
              <a:spcBef>
                <a:spcPts val="200"/>
              </a:spcBef>
              <a:spcAft>
                <a:spcPts val="200"/>
              </a:spcAft>
              <a:defRPr sz="1200" b="0"/>
            </a:lvl2pPr>
            <a:lvl3pPr marL="365760">
              <a:defRPr/>
            </a:lvl3pPr>
            <a:lvl4pPr marL="548640" indent="-182880">
              <a:defRPr/>
            </a:lvl4pPr>
            <a:lvl5pPr marL="731520">
              <a:defRPr/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/>
          <a:lstStyle/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subtitle</a:t>
            </a:r>
            <a:endParaRPr kumimoji="0" lang="en-US" sz="9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385F7-0E68-136E-49BA-D113551EF594}"/>
              </a:ext>
            </a:extLst>
          </p:cNvPr>
          <p:cNvSpPr/>
          <p:nvPr userDrawn="1"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64808"/>
      </p:ext>
    </p:extLst>
  </p:cSld>
  <p:clrMapOvr>
    <a:masterClrMapping/>
  </p:clrMapOvr>
  <p:transition>
    <p:fade/>
  </p:transition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341A6448-2CDA-7D6D-F1A0-347696B21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25139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8D36622-3315-0885-4F7E-8CCDE0C2BA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3E8942A-B484-29A8-C101-63496BEA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588444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C36FB10-1EF5-A9A4-577D-A18DA4D1207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3236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36FB10-1EF5-A9A4-577D-A18DA4D120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FB46B341-3430-2348-6D11-485200BFA99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9900" y="1682496"/>
            <a:ext cx="11274552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F99282DB-7705-38D1-75C5-92BD76D91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F2C4463-3F55-0B57-ECFE-555C0A1782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762140600"/>
      </p:ext>
    </p:extLst>
  </p:cSld>
  <p:clrMapOvr>
    <a:masterClrMapping/>
  </p:clrMapOvr>
  <p:transition>
    <p:fade/>
  </p:transition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5E6F299-A818-CA93-A927-F61A877DA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1387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E6F299-A818-CA93-A927-F61A877DA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D6FEAFF-2B74-1B3D-168E-42A9A695E1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2DF503BF-FE6C-E555-3A41-CFFD641471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5E59B36-2F4F-A0E8-D1A8-C198F28B171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9579" y="1682496"/>
            <a:ext cx="549554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5469370"/>
      </p:ext>
    </p:extLst>
  </p:cSld>
  <p:clrMapOvr>
    <a:masterClrMapping/>
  </p:clrMapOvr>
  <p:transition>
    <p:fade/>
  </p:transition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2120E2-D6C2-D764-40A5-E97D481216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22964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2120E2-D6C2-D764-40A5-E97D481216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413E34D-A983-4D25-B3D7-D7643F60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F14D54C-54B5-CC50-7E64-122407456A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E9C8C-3361-2EBB-1420-4D27917305A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31462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CD594323-BB1E-32C6-75D1-37D1403739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93024" y="1682496"/>
            <a:ext cx="3549904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8649007"/>
      </p:ext>
    </p:extLst>
  </p:cSld>
  <p:clrMapOvr>
    <a:masterClrMapping/>
  </p:clrMapOvr>
  <p:transition>
    <p:fade/>
  </p:transition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AF0D7E5-2029-3151-0D44-92D925760B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31203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AF0D7E5-2029-3151-0D44-92D925760B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6990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86DEB7A-2D80-0936-9E40-8E28EEB0EB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7F64B02-86CD-B81B-86B2-05391A92AC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9EE392B-1FEE-21B0-181D-C9962A3FE8E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330787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C71861D-BC3F-2DAD-BA49-86947F937CC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91674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D62757C-35E9-6C73-1638-E2D99D8D412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052560" y="1682496"/>
            <a:ext cx="2685018" cy="46817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6482776"/>
      </p:ext>
    </p:extLst>
  </p:cSld>
  <p:clrMapOvr>
    <a:masterClrMapping/>
  </p:clrMapOvr>
  <p:transition>
    <p:fade/>
  </p:transition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3E4C1F1A-C2FD-0E2E-2497-1640B8CFB7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239920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4C1F1A-C2FD-0E2E-2497-1640B8CFB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D8F34B8-DFAD-6DD7-E1A1-4572B7969DD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57200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0D3C277-40A7-31AF-87D8-848A84CDC70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245352" y="1880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6B0BFB5D-1E54-FF08-195B-949B6341E16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57200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Picture Placeholder 11">
            <a:extLst>
              <a:ext uri="{FF2B5EF4-FFF2-40B4-BE49-F238E27FC236}">
                <a16:creationId xmlns:a16="http://schemas.microsoft.com/office/drawing/2014/main" id="{B70C4541-64E0-0D36-F531-9180AEBAADA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45352" y="4256213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3FBE01-C9A4-F88D-C153-2816D6207A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98040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004DE48-1AC3-4F21-0968-B3890904434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00744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684A23D9-9F8C-5A70-1B87-0DD004B8D9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98040" y="4256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455C2-E21F-06D2-DADD-7FD7A0C6A036}"/>
              </a:ext>
            </a:extLst>
          </p:cNvPr>
          <p:cNvSpPr/>
          <p:nvPr/>
        </p:nvSpPr>
        <p:spPr>
          <a:xfrm>
            <a:off x="6254496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B116F3-3D63-C235-3E40-D7EA6B934CF2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6C436-A721-2D60-1AEA-13F0DD3A9223}"/>
              </a:ext>
            </a:extLst>
          </p:cNvPr>
          <p:cNvSpPr/>
          <p:nvPr/>
        </p:nvSpPr>
        <p:spPr>
          <a:xfrm>
            <a:off x="6245352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2ED75E-FA16-E5BA-B5F1-A58E06F1A408}"/>
              </a:ext>
            </a:extLst>
          </p:cNvPr>
          <p:cNvSpPr/>
          <p:nvPr/>
        </p:nvSpPr>
        <p:spPr>
          <a:xfrm>
            <a:off x="450000" y="4044901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8DB5DD3-41BE-3F94-9CAF-1C6AF307A27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100744" y="1880213"/>
            <a:ext cx="3852000" cy="194400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sz="1200" b="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5760">
              <a:defRPr>
                <a:solidFill>
                  <a:schemeClr val="bg1"/>
                </a:solidFill>
              </a:defRPr>
            </a:lvl3pPr>
            <a:lvl4pPr marL="548640" indent="-182880">
              <a:defRPr>
                <a:solidFill>
                  <a:schemeClr val="bg1"/>
                </a:solidFill>
              </a:defRPr>
            </a:lvl4pPr>
            <a:lvl5pPr marL="73152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1" name="Title Placeholder 1">
            <a:extLst>
              <a:ext uri="{FF2B5EF4-FFF2-40B4-BE49-F238E27FC236}">
                <a16:creationId xmlns:a16="http://schemas.microsoft.com/office/drawing/2014/main" id="{7685A54B-009E-7531-D093-9C1E6AA6E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1F09F11E-B446-F54E-C136-D44C717D2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831862531"/>
      </p:ext>
    </p:extLst>
  </p:cSld>
  <p:clrMapOvr>
    <a:masterClrMapping/>
  </p:clrMapOvr>
  <p:transition>
    <p:fade/>
  </p:transition>
  <p:hf hdr="0" dt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A7C7A401-E3C4-4448-BB60-24DC9B089C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02339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C7A401-E3C4-4448-BB60-24DC9B089C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DFBE7610-ECB4-CA89-5B4C-9B0C6E8A570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6E7011BF-A32B-4689-4585-D2226C8A39D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78000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EB426A-016F-1B65-1168-FF2235F36C2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43CBCEE-6AB3-6F31-A1DF-F3F88E17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8D7B41BD-8ED5-299A-47F6-EACF78AFCB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840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sz="1800" b="0" dirty="0">
                <a:solidFill>
                  <a:srgbClr val="D0D0CE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46306D7-050B-5308-5E5B-4221EF4A7F66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45352" y="3491918"/>
            <a:ext cx="5495544" cy="2880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sz="1200">
                <a:solidFill>
                  <a:schemeClr val="bg1"/>
                </a:solidFill>
                <a:latin typeface="Aptos" panose="020B0004020202020204" pitchFamily="34" charset="0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sz="1200" baseline="0">
                <a:solidFill>
                  <a:schemeClr val="bg1"/>
                </a:solidFill>
                <a:latin typeface="Aptos" panose="020B00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DE0135C-F9C3-EE2B-FE85-1B28EA0EBB82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E80491-83AB-C6B3-9191-54EDF5F4418A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39258" y="1876425"/>
            <a:ext cx="3922713" cy="1482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FAF1A226-15D9-1330-BC7B-DBA485ECA6B6}"/>
              </a:ext>
            </a:extLst>
          </p:cNvPr>
          <p:cNvSpPr/>
          <p:nvPr userDrawn="1"/>
        </p:nvSpPr>
        <p:spPr>
          <a:xfrm>
            <a:off x="6254496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A52BBBB-A981-58D6-6AC0-87FD0B6CA84A}"/>
              </a:ext>
            </a:extLst>
          </p:cNvPr>
          <p:cNvSpPr/>
          <p:nvPr userDrawn="1"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340831"/>
      </p:ext>
    </p:extLst>
  </p:cSld>
  <p:clrMapOvr>
    <a:masterClrMapping/>
  </p:clrMapOvr>
  <p:transition>
    <p:fade/>
  </p:transition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4187952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450"/>
              </a:spcAft>
              <a:defRPr sz="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2" name="Picture 1" descr="Deloitte logo">
            <a:extLst>
              <a:ext uri="{FF2B5EF4-FFF2-40B4-BE49-F238E27FC236}">
                <a16:creationId xmlns:a16="http://schemas.microsoft.com/office/drawing/2014/main" id="{4C074566-129B-653D-CAB9-0DAF93F2A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692" y="-5466"/>
            <a:ext cx="2779773" cy="130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235614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theme" Target="../theme/theme1.xml"/><Relationship Id="rId61" Type="http://schemas.openxmlformats.org/officeDocument/2006/relationships/tags" Target="../tags/tag2.xml"/><Relationship Id="rId62" Type="http://schemas.openxmlformats.org/officeDocument/2006/relationships/tags" Target="../tags/tag3.xml"/><Relationship Id="rId63" Type="http://schemas.openxmlformats.org/officeDocument/2006/relationships/oleObject" Target="../embeddings/oleObject1.bin"/><Relationship Id="rId6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/>
          </p:cNvGraphicFramePr>
          <p:nvPr>
            <p:custDataLst>
              <p:tags r:id="rId61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3" imgW="270" imgH="270" progId="TCLayout.ActiveDocument.1">
                  <p:embed/>
                </p:oleObj>
              </mc:Choice>
              <mc:Fallback>
                <p:oleObj name="think-cell Slide" r:id="rId63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4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57200" y="345664"/>
            <a:ext cx="11274552" cy="34013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15" name="CaseCode"/>
          <p:cNvSpPr txBox="1"/>
          <p:nvPr/>
        </p:nvSpPr>
        <p:spPr>
          <a:xfrm>
            <a:off x="6335184" y="6519672"/>
            <a:ext cx="489656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Presentation title</a:t>
            </a:r>
            <a:b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</a:b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[To edit, click View &gt; Slide Master &gt; Slide Master]</a:t>
            </a:r>
          </a:p>
        </p:txBody>
      </p:sp>
      <p:sp>
        <p:nvSpPr>
          <p:cNvPr id="18" name="Copyright"/>
          <p:cNvSpPr txBox="1"/>
          <p:nvPr/>
        </p:nvSpPr>
        <p:spPr>
          <a:xfrm>
            <a:off x="457200" y="6519672"/>
            <a:ext cx="535516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450"/>
              </a:spcBef>
              <a:buSzPct val="100000"/>
              <a:buFont typeface="Arial"/>
              <a:buNone/>
            </a:pPr>
            <a:r>
              <a:rPr lang="en-US" sz="800" noProof="0" dirty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Deloitte 2026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460093" y="1679602"/>
            <a:ext cx="11274552" cy="46619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26826" y="6519672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45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>
                <a:solidFill>
                  <a:srgbClr val="75787B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pPr marL="0" indent="0" algn="r">
                <a:spcBef>
                  <a:spcPts val="45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 dirty="0">
              <a:solidFill>
                <a:srgbClr val="75787B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empower - DO NOT DELETE!!!" hidden="1">
            <a:extLst>
              <a:ext uri="{FF2B5EF4-FFF2-40B4-BE49-F238E27FC236}">
                <a16:creationId xmlns:a16="http://schemas.microsoft.com/office/drawing/2014/main" id="{F0D1FA80-C256-A670-1626-C6A1C11F42B7}"/>
              </a:ext>
            </a:extLst>
          </p:cNvPr>
          <p:cNvSpPr/>
          <p:nvPr userDrawn="1">
            <p:custDataLst>
              <p:tags r:id="rId62"/>
            </p:custDataLst>
          </p:nvPr>
        </p:nvSpPr>
        <p:spPr bwMode="gray">
          <a:xfrm>
            <a:off x="0" y="0"/>
            <a:ext cx="0" cy="0"/>
          </a:xfrm>
          <a:prstGeom prst="ellipse">
            <a:avLst/>
          </a:prstGeom>
          <a:solidFill>
            <a:schemeClr val="accent3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de-DE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17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11" r:id="rId1"/>
    <p:sldLayoutId id="2147484412" r:id="rId2"/>
    <p:sldLayoutId id="2147484501" r:id="rId3"/>
    <p:sldLayoutId id="2147484503" r:id="rId4"/>
    <p:sldLayoutId id="2147484413" r:id="rId5"/>
    <p:sldLayoutId id="2147484414" r:id="rId6"/>
    <p:sldLayoutId id="2147484415" r:id="rId7"/>
    <p:sldLayoutId id="2147484416" r:id="rId8"/>
    <p:sldLayoutId id="2147484417" r:id="rId9"/>
    <p:sldLayoutId id="2147484418" r:id="rId10"/>
    <p:sldLayoutId id="2147484504" r:id="rId11"/>
    <p:sldLayoutId id="2147484505" r:id="rId12"/>
    <p:sldLayoutId id="2147484419" r:id="rId13"/>
    <p:sldLayoutId id="2147484420" r:id="rId14"/>
    <p:sldLayoutId id="2147484421" r:id="rId15"/>
    <p:sldLayoutId id="2147484422" r:id="rId16"/>
    <p:sldLayoutId id="2147484423" r:id="rId17"/>
    <p:sldLayoutId id="2147484424" r:id="rId18"/>
    <p:sldLayoutId id="2147484425" r:id="rId19"/>
    <p:sldLayoutId id="2147484426" r:id="rId20"/>
    <p:sldLayoutId id="2147484427" r:id="rId21"/>
    <p:sldLayoutId id="2147484428" r:id="rId22"/>
    <p:sldLayoutId id="2147484429" r:id="rId23"/>
    <p:sldLayoutId id="2147484430" r:id="rId24"/>
    <p:sldLayoutId id="2147484431" r:id="rId25"/>
    <p:sldLayoutId id="2147484432" r:id="rId26"/>
    <p:sldLayoutId id="2147484433" r:id="rId27"/>
    <p:sldLayoutId id="2147484434" r:id="rId28"/>
    <p:sldLayoutId id="2147484435" r:id="rId29"/>
    <p:sldLayoutId id="2147484436" r:id="rId30"/>
    <p:sldLayoutId id="2147484437" r:id="rId31"/>
    <p:sldLayoutId id="2147484438" r:id="rId32"/>
    <p:sldLayoutId id="2147484439" r:id="rId33"/>
    <p:sldLayoutId id="2147484440" r:id="rId34"/>
    <p:sldLayoutId id="2147484441" r:id="rId35"/>
    <p:sldLayoutId id="2147484442" r:id="rId36"/>
    <p:sldLayoutId id="2147484443" r:id="rId37"/>
    <p:sldLayoutId id="2147484445" r:id="rId38"/>
    <p:sldLayoutId id="2147484446" r:id="rId39"/>
    <p:sldLayoutId id="2147484447" r:id="rId40"/>
    <p:sldLayoutId id="2147484448" r:id="rId41"/>
    <p:sldLayoutId id="2147484449" r:id="rId42"/>
    <p:sldLayoutId id="2147484450" r:id="rId43"/>
    <p:sldLayoutId id="2147484460" r:id="rId44"/>
    <p:sldLayoutId id="2147484462" r:id="rId45"/>
    <p:sldLayoutId id="2147484463" r:id="rId46"/>
    <p:sldLayoutId id="2147484464" r:id="rId47"/>
    <p:sldLayoutId id="2147484465" r:id="rId48"/>
    <p:sldLayoutId id="2147484466" r:id="rId49"/>
    <p:sldLayoutId id="2147484467" r:id="rId50"/>
    <p:sldLayoutId id="2147484451" r:id="rId51"/>
    <p:sldLayoutId id="2147484452" r:id="rId52"/>
    <p:sldLayoutId id="2147484453" r:id="rId53"/>
    <p:sldLayoutId id="2147484454" r:id="rId54"/>
    <p:sldLayoutId id="2147484455" r:id="rId55"/>
    <p:sldLayoutId id="2147484456" r:id="rId56"/>
    <p:sldLayoutId id="2147484457" r:id="rId57"/>
    <p:sldLayoutId id="2147484458" r:id="rId58"/>
    <p:sldLayoutId id="2147484459" r:id="rId59"/>
  </p:sldLayoutIdLst>
  <p:transition>
    <p:fade/>
  </p:transition>
  <p:hf hdr="0" dt="0"/>
  <p:txStyles>
    <p:titleStyle>
      <a:lvl1pPr algn="l" defTabSz="6858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Aptos" panose="020B0004020202020204" pitchFamily="34" charset="0"/>
          <a:ea typeface="+mj-ea"/>
          <a:cs typeface="Calibri Light" panose="020F0302020204030204" pitchFamily="34" charset="0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0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>
          <a:solidFill>
            <a:schemeClr val="tx1"/>
          </a:solidFill>
          <a:latin typeface="Aptos" panose="020B0004020202020204" pitchFamily="34" charset="0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0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5" pos="3936" userDrawn="1">
          <p15:clr>
            <a:srgbClr val="F26B43"/>
          </p15:clr>
        </p15:guide>
        <p15:guide id="96" orient="horz" pos="4008" userDrawn="1">
          <p15:clr>
            <a:srgbClr val="F26B43"/>
          </p15:clr>
        </p15:guide>
        <p15:guide id="97" orient="horz" pos="4104" userDrawn="1">
          <p15:clr>
            <a:srgbClr val="F26B43"/>
          </p15:clr>
        </p15:guide>
        <p15:guide id="98" orient="horz" pos="1056" userDrawn="1">
          <p15:clr>
            <a:srgbClr val="F26B43"/>
          </p15:clr>
        </p15:guide>
        <p15:guide id="99" pos="3840" userDrawn="1">
          <p15:clr>
            <a:srgbClr val="F26B43"/>
          </p15:clr>
        </p15:guide>
        <p15:guide id="100" pos="7392" userDrawn="1">
          <p15:clr>
            <a:srgbClr val="F26B43"/>
          </p15:clr>
        </p15:guide>
        <p15:guide id="101" orient="horz" pos="216" userDrawn="1">
          <p15:clr>
            <a:srgbClr val="F26B43"/>
          </p15:clr>
        </p15:guide>
        <p15:guide id="102" orient="horz" pos="432" userDrawn="1">
          <p15:clr>
            <a:srgbClr val="F26B43"/>
          </p15:clr>
        </p15:guide>
        <p15:guide id="103" pos="288" userDrawn="1">
          <p15:clr>
            <a:srgbClr val="F26B43"/>
          </p15:clr>
        </p15:guide>
        <p15:guide id="104" pos="374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DEX Event 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Stand, Governance &amp; Ausblick  ·  OMP-Update  ·  Juni 2026  ·  Eike Brenneisen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Status, Governance &amp; Ausblick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Eigener Plattform-Wechsel statt Entwicklung in Indien – mit messbarem Erfolg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DEX – Was seit April passiert 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2576322" cy="406908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261872" rIns="274320" b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046A38"/>
                </a:solidFill>
                <a:latin typeface="Aptos"/>
              </a:rPr>
              <a:t>April</a:t>
            </a:r>
          </a:p>
          <a:p>
            <a:pPr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ptos"/>
              </a:rPr>
              <a:t>Neue Plattform live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3565A"/>
                </a:solidFill>
                <a:latin typeface="Aptos"/>
              </a:rPr>
              <a:t>Bewusst gegen die Entwicklung mit Indien entschieden (Komplexität, Skillset, Budget, Zeit). KI-gestützt eigenständig auf eine neue Architektur migriert – live &amp; produktiv.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157984"/>
            <a:ext cx="841248" cy="841248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fresh-c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39" y="2359883"/>
            <a:ext cx="437448" cy="4374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371850" y="1847088"/>
            <a:ext cx="2576322" cy="406908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261872" rIns="274320" b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046A38"/>
                </a:solidFill>
                <a:latin typeface="Aptos"/>
              </a:rPr>
              <a:t>29</a:t>
            </a:r>
          </a:p>
          <a:p>
            <a:pPr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ptos"/>
              </a:rPr>
              <a:t>Events koordiniert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3565A"/>
                </a:solidFill>
                <a:latin typeface="Aptos"/>
              </a:rPr>
              <a:t>Seit dem Wechsel 29 Events vollständig über DEX abgewickelt – Tendenz weiter steigend.</a:t>
            </a:r>
          </a:p>
        </p:txBody>
      </p:sp>
      <p:sp>
        <p:nvSpPr>
          <p:cNvPr id="12" name="Oval 11"/>
          <p:cNvSpPr/>
          <p:nvPr/>
        </p:nvSpPr>
        <p:spPr>
          <a:xfrm>
            <a:off x="3646170" y="2157984"/>
            <a:ext cx="841248" cy="841248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069" y="2359883"/>
            <a:ext cx="437448" cy="4374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40779" y="1847088"/>
            <a:ext cx="2576322" cy="406908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261872" rIns="274320" b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046A38"/>
                </a:solidFill>
                <a:latin typeface="Aptos"/>
              </a:rPr>
              <a:t>~7.000</a:t>
            </a:r>
          </a:p>
          <a:p>
            <a:pPr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ptos"/>
              </a:rPr>
              <a:t>Teilnehmer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3565A"/>
                </a:solidFill>
                <a:latin typeface="Aptos"/>
              </a:rPr>
              <a:t>Rund 7.000 Anmeldungen gesteuert – inkl. vollautomatischer Mail- &amp; Outlook-Anbindung, die den Assistenzen viel Zeit spart.</a:t>
            </a:r>
          </a:p>
        </p:txBody>
      </p:sp>
      <p:sp>
        <p:nvSpPr>
          <p:cNvPr id="15" name="Oval 14"/>
          <p:cNvSpPr/>
          <p:nvPr/>
        </p:nvSpPr>
        <p:spPr>
          <a:xfrm>
            <a:off x="6515099" y="2157984"/>
            <a:ext cx="841248" cy="841248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999" y="2359883"/>
            <a:ext cx="437448" cy="43744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09710" y="1847088"/>
            <a:ext cx="2576322" cy="406908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261872" rIns="274320" b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046A38"/>
                </a:solidFill>
                <a:latin typeface="Aptos"/>
              </a:rPr>
              <a:t>≈100%</a:t>
            </a:r>
          </a:p>
          <a:p>
            <a:pPr>
              <a:lnSpc>
                <a:spcPct val="105000"/>
              </a:lnSpc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Aptos"/>
              </a:rPr>
              <a:t>Self-Service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3565A"/>
                </a:solidFill>
                <a:latin typeface="Aptos"/>
              </a:rPr>
              <a:t>Event-Erstellung läuft eigenständig durch die Assistenzen – ohne operative Einbindung von Nils &amp; Eike. 72 Std. Eigenleistung gebucht.</a:t>
            </a:r>
          </a:p>
        </p:txBody>
      </p:sp>
      <p:sp>
        <p:nvSpPr>
          <p:cNvPr id="18" name="Oval 17"/>
          <p:cNvSpPr/>
          <p:nvPr/>
        </p:nvSpPr>
        <p:spPr>
          <a:xfrm>
            <a:off x="9384030" y="2157984"/>
            <a:ext cx="841248" cy="841248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-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5929" y="2359883"/>
            <a:ext cx="437448" cy="437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Von der App zum zentralen Deloitte-Teilnehmermanagement-Tool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Neue Governance &amp; Verankerung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Betriebsrats-Freigabe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Neue, erweiterte BR-Freigabe steht in den nächsten Tagen – die Voraussetzung für den breiten Rollout.</a:t>
            </a:r>
          </a:p>
        </p:txBody>
      </p:sp>
      <p:sp>
        <p:nvSpPr>
          <p:cNvPr id="9" name="Oval 8"/>
          <p:cNvSpPr/>
          <p:nvPr/>
        </p:nvSpPr>
        <p:spPr>
          <a:xfrm>
            <a:off x="795528" y="239572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" y="2604211"/>
            <a:ext cx="451713" cy="45171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31636" y="1755648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Power-User &amp; Multiplikatoren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Assistenzen aus T&amp;T abgeholt; Eva Wienkamp, Annette Stoffel und Ebru Genctürk als Power-User etabliert.</a:t>
            </a:r>
          </a:p>
        </p:txBody>
      </p:sp>
      <p:sp>
        <p:nvSpPr>
          <p:cNvPr id="12" name="Oval 11"/>
          <p:cNvSpPr/>
          <p:nvPr/>
        </p:nvSpPr>
        <p:spPr>
          <a:xfrm>
            <a:off x="6524244" y="239572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727" y="2604211"/>
            <a:ext cx="451713" cy="451713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178807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Ausweitung auf Service Lines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Für Sondercalls bei SRT sowie T&amp;L (Audit &amp; Tax) eingeladen – weitere Assistenz-Calls folgen.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8" y="481888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ar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" y="5027371"/>
            <a:ext cx="451713" cy="4517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31636" y="4178807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Intranet-Kommunikation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Intranet-Artikel in Vorbereitung, um DEX für die breite Deloitte-Welt freizuschalten.</a:t>
            </a:r>
          </a:p>
        </p:txBody>
      </p:sp>
      <p:sp>
        <p:nvSpPr>
          <p:cNvPr id="18" name="Oval 17"/>
          <p:cNvSpPr/>
          <p:nvPr/>
        </p:nvSpPr>
        <p:spPr>
          <a:xfrm>
            <a:off x="6524244" y="481888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727" y="5027371"/>
            <a:ext cx="451713" cy="4517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Veröffentlichung, Schulung und Klärung der Finanzierung für das kommende FY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nach vorne &amp; Budgetbedarf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Veröffentlichung &amp; Listung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DEX offiziell veröffentlichen und in den Deloitte Tools listen – als zentrales Teilnehmermanagement-Tool sichtbar machen.</a:t>
            </a:r>
          </a:p>
        </p:txBody>
      </p:sp>
      <p:sp>
        <p:nvSpPr>
          <p:cNvPr id="9" name="Oval 8"/>
          <p:cNvSpPr/>
          <p:nvPr/>
        </p:nvSpPr>
        <p:spPr>
          <a:xfrm>
            <a:off x="795528" y="239572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" y="2604211"/>
            <a:ext cx="451713" cy="45171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31636" y="1755648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Schulungen &amp; Onboarding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Zentrale Info- und Onboarding-Termine aufsetzen, um die breite Masse befähigt an die App heranzuführen.</a:t>
            </a:r>
          </a:p>
        </p:txBody>
      </p:sp>
      <p:sp>
        <p:nvSpPr>
          <p:cNvPr id="12" name="Oval 11"/>
          <p:cNvSpPr/>
          <p:nvPr/>
        </p:nvSpPr>
        <p:spPr>
          <a:xfrm>
            <a:off x="6524244" y="239572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ok-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727" y="2604211"/>
            <a:ext cx="451713" cy="451713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178807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F1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A1A"/>
                </a:solidFill>
                <a:latin typeface="Aptos"/>
              </a:rPr>
              <a:t>Kleines Core-Team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3565A"/>
                </a:solidFill>
                <a:latin typeface="Aptos"/>
              </a:rPr>
              <a:t>Festes Junior-Team für die Begleitung der Schulungs- und Bekanntmachungs-Maßnahmen aufbauen.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8" y="4818888"/>
            <a:ext cx="868680" cy="86868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-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" y="5027371"/>
            <a:ext cx="451713" cy="4517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31636" y="4178807"/>
            <a:ext cx="5454396" cy="2148840"/>
          </a:xfrm>
          <a:prstGeom prst="roundRect">
            <a:avLst>
              <a:gd name="adj" fmla="val 4500"/>
            </a:avLst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320" tIns="164592" rIns="274320" bIns="16459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Aptos"/>
              </a:rPr>
              <a:t>Budget-Klärung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AF3DE"/>
                </a:solidFill>
                <a:latin typeface="Aptos"/>
              </a:rPr>
              <a:t>Verlängerung des Budget-Codes bzw. eigene Budgetposition fürs kommende FY – für Schulung, Betrieb &amp; Routinearbeiten. Bedarf: ~5.000 EUR (FY25/26), ~10.000 EUR ab FY26/27. Bestehender Code: GASR8771. Unterlage für den OMP-Call.</a:t>
            </a:r>
          </a:p>
        </p:txBody>
      </p:sp>
      <p:sp>
        <p:nvSpPr>
          <p:cNvPr id="18" name="Oval 17"/>
          <p:cNvSpPr/>
          <p:nvPr/>
        </p:nvSpPr>
        <p:spPr>
          <a:xfrm>
            <a:off x="6524244" y="4818888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ollar-sign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727" y="5027371"/>
            <a:ext cx="451713" cy="45171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MBAQEBAQEBAQEBAQEBAQMAAAAAAAAAAwAAAAMAAAAA/////wQAGww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34Cv1EWo8ZFqy5fX58PtvYEAAAAAAADAAAAAAADAAAAAwADAAAAAAD///////8DAAAAAAD///////8DAAAAAAD///////8DAAAAAAD///////8DAAEA////////BQAAAAMAEAALDNVyWmyPNki+0pPyPRbnJQ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fgK/URajxkWrLl9fnw+29gNEYXRhAFMAAAAIUHJlc2VudGF0aW9uU2Nhbm5lZEZvckxpbmtlZFNoYXBlcwAAAk51bWJlckZvcm1hdFNlcGFyYXRvck1vZGUACgAAAEF1dG9tYXRpYwAAAk5hbWUAJAAAAExpbmtlZFNoYXBlUHJlc2VudGF0aW9uU2V0dGluZ3NEYXRhABBWZXJzaW9uAAAAAAAJTGFzdFdyaXRlAPFwDCKbAQAAAAEA/////4MAgwAAAAVfaWQAEAAAAAQM1XJabI82SL7Sk/I9FuclA0RhdGEAGwAAAARMaW5rZWRTaGFwZURhdGEABQAAAAAAAk5hbWUAGQAAAExpbmtlZFNoYXBlc0RhdGFQcm9wZXJ0eQAQVmVyc2lvbgABAAAACUxhc3RXcml0ZQDtcAwi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UDAAAAAAAAAAAAAAgAf///////////////wAAAP////////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JQAGTGlua2VkU2hhcGVQcmVzZW50YXRpb25TZXR0aW5nc0RhdGFfMAQAAAAAAAUAAAAAAAUAAAADAAMAAwEDAAAAAwD///////8aAAZMaW5rZWRTaGFwZXNEYXRhUHJvcGVydHlfMQQAAAABAAUAAAACAAUAAAABAA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13995993601297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UPDATE" val="True"/>
  <p:tag name="MIO_FALLBACK_LAYOUT" val="29"/>
  <p:tag name="MIO_SHOW_DATE" val="False"/>
  <p:tag name="MIO_SHOW_FOOTER" val="False"/>
  <p:tag name="MIO_SHOW_PAGENUMBER" val="False"/>
  <p:tag name="MIO_AVOID_BLANK_LAYOUT" val="True"/>
  <p:tag name="MIO_NUMBER_OF_VALID_LAYOUTS" val="59"/>
  <p:tag name="MIO_MATCH_COLOR_SCHEME" val="True"/>
  <p:tag name="MIO_DBID" val="fede6900-895c-4459-b97c-72b2b9dac459"/>
  <p:tag name="MIO_EKGUID" val="b23d5a04-52d9-4085-8368-e8ce2f2953bb"/>
  <p:tag name="MIO_OBJECTNAME" val="Deloitte 16:9 (2026) short"/>
  <p:tag name="MIO_CD_LAYOUT_VALID_AREA" val="False"/>
  <p:tag name="MIO_EMBED_FONT" val="False"/>
  <p:tag name="MIO_VERSION" val="31.03.2026 12:32:25"/>
  <p:tag name="MIO_LASTDOWNLOADED" val="23.06.2026 11:47:07.397"/>
  <p:tag name="MIO_CONTENTTAG" val="rF/1OIhWukixSf/l22nUSg=="/>
  <p:tag name="MIO_CDID" val="b832c4bc-5070-4232-bfdb-3d42c9da7c2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_Brand_Theme">
  <a:themeElements>
    <a:clrScheme name="Deloitte">
      <a:dk1>
        <a:sysClr val="windowText" lastClr="000000"/>
      </a:dk1>
      <a:lt1>
        <a:sysClr val="window" lastClr="FFFFFF"/>
      </a:lt1>
      <a:dk2>
        <a:srgbClr val="222222"/>
      </a:dk2>
      <a:lt2>
        <a:srgbClr val="E6E6E6"/>
      </a:lt2>
      <a:accent1>
        <a:srgbClr val="86BC25"/>
      </a:accent1>
      <a:accent2>
        <a:srgbClr val="26890D"/>
      </a:accent2>
      <a:accent3>
        <a:srgbClr val="046A38"/>
      </a:accent3>
      <a:accent4>
        <a:srgbClr val="1C3D26"/>
      </a:accent4>
      <a:accent5>
        <a:srgbClr val="0DF200"/>
      </a:accent5>
      <a:accent6>
        <a:srgbClr val="F1F6E4"/>
      </a:accent6>
      <a:hlink>
        <a:srgbClr val="26890D"/>
      </a:hlink>
      <a:folHlink>
        <a:srgbClr val="75787B"/>
      </a:folHlink>
    </a:clrScheme>
    <a:fontScheme name="Custom 1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>
            <a:solidFill>
              <a:srgbClr val="313131"/>
            </a:solidFill>
          </a:defRPr>
        </a:defPPr>
      </a:lstStyle>
    </a:txDef>
  </a:objectDefaults>
  <a:extraClrSchemeLst/>
  <a:custClrLst>
    <a:custClr name="Green 1">
      <a:srgbClr val="E3E48D"/>
    </a:custClr>
    <a:custClr name="Green 2">
      <a:srgbClr val="C4D600"/>
    </a:custClr>
    <a:custClr name="Green 4">
      <a:srgbClr val="43B02A"/>
    </a:custClr>
    <a:custClr name="Green 5">
      <a:srgbClr val="009A44"/>
    </a:custClr>
    <a:custClr name="Teal 1">
      <a:srgbClr val="DDEFE8"/>
    </a:custClr>
    <a:custClr name="Teal 2">
      <a:srgbClr val="9DD4CF"/>
    </a:custClr>
    <a:custClr name="Teal 3">
      <a:srgbClr val="6FC2B4"/>
    </a:custClr>
    <a:custClr name="Teal 4">
      <a:srgbClr val="00ABAB"/>
    </a:custClr>
    <a:custClr name="Teal 5">
      <a:srgbClr val="0097A9"/>
    </a:custClr>
    <a:custClr name="Teal 6">
      <a:srgbClr val="007680"/>
    </a:custClr>
    <a:custClr name="Teal 7">
      <a:srgbClr val="004F59"/>
    </a:custClr>
    <a:custClr name="Teal 8">
      <a:srgbClr val="0D8390"/>
    </a:custClr>
    <a:custClr name="Blue 1">
      <a:srgbClr val="A0DCFF"/>
    </a:custClr>
    <a:custClr name="Blue 2">
      <a:srgbClr val="62B5E5"/>
    </a:custClr>
    <a:custClr name="Blue 3">
      <a:srgbClr val="00A3E0"/>
    </a:custClr>
    <a:custClr name="Blue 4">
      <a:srgbClr val="0076A8"/>
    </a:custClr>
    <a:custClr name="Blue 5">
      <a:srgbClr val="005587"/>
    </a:custClr>
    <a:custClr name="Blue 6">
      <a:srgbClr val="012169"/>
    </a:custClr>
    <a:custClr name="Blue 7">
      <a:srgbClr val="041E42"/>
    </a:custClr>
    <a:custClr name="Blue 8">
      <a:srgbClr val="007CB0"/>
    </a:custClr>
    <a:custClr name="Cool Gray 2">
      <a:srgbClr val="D0D0CE"/>
    </a:custClr>
    <a:custClr name="Cool Gray 4">
      <a:srgbClr val="BBBCBC"/>
    </a:custClr>
    <a:custClr name="Cool Gray 6">
      <a:srgbClr val="A7A8AA"/>
    </a:custClr>
    <a:custClr name="Cool Gray 7">
      <a:srgbClr val="97999B"/>
    </a:custClr>
    <a:custClr name="Cool Gray 9">
      <a:srgbClr val="75787B"/>
    </a:custClr>
    <a:custClr name="Cool Gray 10">
      <a:srgbClr val="63666A"/>
    </a:custClr>
    <a:custClr name="Cool Gray 11">
      <a:srgbClr val="53565A"/>
    </a:custClr>
    <a:custClr name="Red">
      <a:srgbClr val="DA291C"/>
    </a:custClr>
    <a:custClr name="Orange">
      <a:srgbClr val="ED8B00"/>
    </a:custClr>
    <a:custClr name="Yellow">
      <a:srgbClr val="FFCD00"/>
    </a:custClr>
    <a:custClr name="Bright Blue">
      <a:srgbClr val="33F0FF"/>
    </a:custClr>
    <a:custClr name="Bright Teal">
      <a:srgbClr val="3EFAC5"/>
    </a:custClr>
  </a:custClrLst>
  <a:extLst>
    <a:ext uri="{05A4C25C-085E-4340-85A3-A5531E510DB2}">
      <thm15:themeFamily xmlns:thm15="http://schemas.microsoft.com/office/thememl/2012/main" name="Deloitte_Brand_Theme" id="{917CC780-C041-4F84-B057-DE63A8CDEF25}" vid="{5A16EDA9-025E-49B0-B403-896FAE83D1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D97D7DC67D82E4785C19AFF908F26CF" ma:contentTypeVersion="4" ma:contentTypeDescription="Ein neues Dokument erstellen." ma:contentTypeScope="" ma:versionID="276f05a8f356b61989790b48e17a2389">
  <xsd:schema xmlns:xsd="http://www.w3.org/2001/XMLSchema" xmlns:xs="http://www.w3.org/2001/XMLSchema" xmlns:p="http://schemas.microsoft.com/office/2006/metadata/properties" xmlns:ns2="e3734028-6f09-483b-bd1c-25f5dd18cfdd" targetNamespace="http://schemas.microsoft.com/office/2006/metadata/properties" ma:root="true" ma:fieldsID="151a3124be05b2a20eb545b41e4ab48f" ns2:_="">
    <xsd:import namespace="e3734028-6f09-483b-bd1c-25f5dd18cfd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734028-6f09-483b-bd1c-25f5dd18cf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BF235D-5BAD-4A08-AEE0-5E29BE15689F}">
  <ds:schemaRefs>
    <ds:schemaRef ds:uri="http://purl.org/dc/elements/1.1/"/>
    <ds:schemaRef ds:uri="http://purl.org/dc/dcmitype/"/>
    <ds:schemaRef ds:uri="http://purl.org/dc/terms/"/>
    <ds:schemaRef ds:uri="http://schemas.microsoft.com/office/2006/documentManagement/types"/>
    <ds:schemaRef ds:uri="http://schemas.microsoft.com/office/2006/metadata/properties"/>
    <ds:schemaRef ds:uri="e3734028-6f09-483b-bd1c-25f5dd18cfdd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490C383-913A-4FB5-AECE-310BE9CDC3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734028-6f09-483b-bd1c-25f5dd18cf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6E6CC2D-2343-40C9-BF57-ACB940668AF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Deloitte_Brand_Theme_102224</Template>
  <TotalTime>0</TotalTime>
  <Words>320</Words>
  <Application>Microsoft Office PowerPoint</Application>
  <PresentationFormat>Widescreen</PresentationFormat>
  <Paragraphs>39</Paragraphs>
  <Slides>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Arial</vt:lpstr>
      <vt:lpstr>Open Sans</vt:lpstr>
      <vt:lpstr>Verdana</vt:lpstr>
      <vt:lpstr>Wingdings 2</vt:lpstr>
      <vt:lpstr>Deloitte_Brand_Theme</vt:lpstr>
      <vt:lpstr>think-cell Slide</vt:lpstr>
      <vt:lpstr>Insurance Roundtable Sales Operations </vt:lpstr>
      <vt:lpstr>Insurance Round Table Sales Operations</vt:lpstr>
      <vt:lpstr>Nächste Schritte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16x9 Onscreen PPT</dc:title>
  <dc:creator>Brenneisen, Eike</dc:creator>
  <cp:lastModifiedBy>Brenneisen, Eike</cp:lastModifiedBy>
  <cp:revision>6</cp:revision>
  <dcterms:created xsi:type="dcterms:W3CDTF">2020-04-09T19:50:51Z</dcterms:created>
  <dcterms:modified xsi:type="dcterms:W3CDTF">2026-06-23T13:33:30Z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2021-04-05T20:58:38Z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9ab57f92-f9f5-4e1c-bb56-f04159416863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0x0101009D97D7DC67D82E4785C19AFF908F26CF</vt:lpwstr>
  </property>
</Properties>
</file>