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410" r:id="rId4"/>
  </p:sldMasterIdLst>
  <p:notesMasterIdLst>
    <p:notesMasterId r:id="rId8"/>
  </p:notesMasterIdLst>
  <p:handoutMasterIdLst>
    <p:handoutMasterId r:id="rId9"/>
  </p:handoutMasterIdLst>
  <p:sldIdLst>
    <p:sldId id="478" r:id="rId5"/>
    <p:sldId id="479" r:id="rId6"/>
    <p:sldId id="483" r:id="rId7"/>
  </p:sldIdLst>
  <p:sldSz cx="12192000" cy="6858000"/>
  <p:notesSz cx="7315200" cy="96012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BAC1763D-52FA-4D99-B74A-09978868D1DF}">
          <p14:sldIdLst>
            <p14:sldId id="478"/>
            <p14:sldId id="479"/>
            <p14:sldId id="4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E4"/>
    <a:srgbClr val="F2F5E3"/>
    <a:srgbClr val="63666A"/>
    <a:srgbClr val="75787B"/>
    <a:srgbClr val="97999B"/>
    <a:srgbClr val="A7A8AA"/>
    <a:srgbClr val="BBBCBC"/>
    <a:srgbClr val="D0D0CE"/>
    <a:srgbClr val="007CB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37E54-B60B-4260-AEAD-704D06E39158}" v="110" dt="2026-06-23T13:28:54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603" autoAdjust="0"/>
  </p:normalViewPr>
  <p:slideViewPr>
    <p:cSldViewPr snapToGrid="0" showGuides="1">
      <p:cViewPr>
        <p:scale>
          <a:sx n="125" d="100"/>
          <a:sy n="125" d="100"/>
        </p:scale>
        <p:origin x="552" y="420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neisen, Eike" userId="25d95ce1-e078-43b7-ab13-fbcc9f281c66" providerId="ADAL" clId="{43E27347-52E0-4AD8-AACA-BD0DBAAF8FCD}"/>
    <pc:docChg chg="undo custSel addSld delSld modSld modSection">
      <pc:chgData name="Brenneisen, Eike" userId="25d95ce1-e078-43b7-ab13-fbcc9f281c66" providerId="ADAL" clId="{43E27347-52E0-4AD8-AACA-BD0DBAAF8FCD}" dt="2026-06-23T13:33:21.800" v="1164" actId="20577"/>
      <pc:docMkLst>
        <pc:docMk/>
      </pc:docMkLst>
      <pc:sldChg chg="addSp modSp mod">
        <pc:chgData name="Brenneisen, Eike" userId="25d95ce1-e078-43b7-ab13-fbcc9f281c66" providerId="ADAL" clId="{43E27347-52E0-4AD8-AACA-BD0DBAAF8FCD}" dt="2026-06-23T13:16:53.420" v="666" actId="299"/>
        <pc:sldMkLst>
          <pc:docMk/>
          <pc:sldMk cId="3527432849" sldId="478"/>
        </pc:sldMkLst>
        <pc:spChg chg="mod">
          <ac:chgData name="Brenneisen, Eike" userId="25d95ce1-e078-43b7-ab13-fbcc9f281c66" providerId="ADAL" clId="{43E27347-52E0-4AD8-AACA-BD0DBAAF8FCD}" dt="2026-06-23T13:16:52.021" v="662" actId="1076"/>
          <ac:spMkLst>
            <pc:docMk/>
            <pc:sldMk cId="3527432849" sldId="478"/>
            <ac:spMk id="8" creationId="{CB150BFF-436E-CBAF-FEC8-C23691A7B26A}"/>
          </ac:spMkLst>
        </pc:spChg>
        <pc:spChg chg="mod">
          <ac:chgData name="Brenneisen, Eike" userId="25d95ce1-e078-43b7-ab13-fbcc9f281c66" providerId="ADAL" clId="{43E27347-52E0-4AD8-AACA-BD0DBAAF8FCD}" dt="2026-06-23T13:16:53.420" v="666" actId="299"/>
          <ac:spMkLst>
            <pc:docMk/>
            <pc:sldMk cId="3527432849" sldId="478"/>
            <ac:spMk id="10" creationId="{A2CB853B-B192-8534-E2CC-A23AE2387922}"/>
          </ac:spMkLst>
        </pc:spChg>
        <pc:graphicFrameChg chg="add mod ord modVis">
          <ac:chgData name="Brenneisen, Eike" userId="25d95ce1-e078-43b7-ab13-fbcc9f281c66" providerId="ADAL" clId="{43E27347-52E0-4AD8-AACA-BD0DBAAF8FCD}" dt="2026-06-23T13:16:38.821" v="609"/>
          <ac:graphicFrameMkLst>
            <pc:docMk/>
            <pc:sldMk cId="3527432849" sldId="478"/>
            <ac:graphicFrameMk id="2" creationId="{AEF5FBC6-837E-4CA9-6C7E-32D1138579DD}"/>
          </ac:graphicFrameMkLst>
        </pc:graphicFrameChg>
      </pc:sldChg>
      <pc:sldChg chg="addSp delSp modSp add mod">
        <pc:chgData name="Brenneisen, Eike" userId="25d95ce1-e078-43b7-ab13-fbcc9f281c66" providerId="ADAL" clId="{43E27347-52E0-4AD8-AACA-BD0DBAAF8FCD}" dt="2026-06-23T13:33:21.800" v="1164" actId="20577"/>
        <pc:sldMkLst>
          <pc:docMk/>
          <pc:sldMk cId="0" sldId="479"/>
        </pc:sldMkLst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2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18:57.446" v="691"/>
          <ac:spMkLst>
            <pc:docMk/>
            <pc:sldMk cId="0" sldId="479"/>
            <ac:spMk id="3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18:54.101" v="676" actId="299"/>
          <ac:spMkLst>
            <pc:docMk/>
            <pc:sldMk cId="0" sldId="479"/>
            <ac:spMk id="4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3:02.587" v="1134" actId="20577"/>
          <ac:spMkLst>
            <pc:docMk/>
            <pc:sldMk cId="0" sldId="479"/>
            <ac:spMk id="5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6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7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8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31:48.819" v="1091" actId="1076"/>
          <ac:spMkLst>
            <pc:docMk/>
            <pc:sldMk cId="0" sldId="479"/>
            <ac:spMk id="9" creationId="{00000000-0000-0000-0000-000000000000}"/>
          </ac:spMkLst>
        </pc:spChg>
        <pc:spChg chg="add mod">
          <ac:chgData name="Brenneisen, Eike" userId="25d95ce1-e078-43b7-ab13-fbcc9f281c66" providerId="ADAL" clId="{43E27347-52E0-4AD8-AACA-BD0DBAAF8FCD}" dt="2026-06-23T13:29:47.263" v="1048" actId="1076"/>
          <ac:spMkLst>
            <pc:docMk/>
            <pc:sldMk cId="0" sldId="479"/>
            <ac:spMk id="11" creationId="{DB0552B5-0AD5-51D7-470F-4DD8AAF25FB2}"/>
          </ac:spMkLst>
        </pc:spChg>
        <pc:spChg chg="add mod">
          <ac:chgData name="Brenneisen, Eike" userId="25d95ce1-e078-43b7-ab13-fbcc9f281c66" providerId="ADAL" clId="{43E27347-52E0-4AD8-AACA-BD0DBAAF8FCD}" dt="2026-06-23T13:29:47.263" v="1048" actId="1076"/>
          <ac:spMkLst>
            <pc:docMk/>
            <pc:sldMk cId="0" sldId="479"/>
            <ac:spMk id="12" creationId="{700C5313-8D82-F8EE-7BD1-A391BF915194}"/>
          </ac:spMkLst>
        </pc:spChg>
        <pc:spChg chg="add del">
          <ac:chgData name="Brenneisen, Eike" userId="25d95ce1-e078-43b7-ab13-fbcc9f281c66" providerId="ADAL" clId="{43E27347-52E0-4AD8-AACA-BD0DBAAF8FCD}" dt="2026-06-23T13:28:22.820" v="964" actId="478"/>
          <ac:spMkLst>
            <pc:docMk/>
            <pc:sldMk cId="0" sldId="479"/>
            <ac:spMk id="14" creationId="{D4D369CA-5E41-5B17-267B-EF8DF47C54BA}"/>
          </ac:spMkLst>
        </pc:spChg>
        <pc:spChg chg="add mod">
          <ac:chgData name="Brenneisen, Eike" userId="25d95ce1-e078-43b7-ab13-fbcc9f281c66" providerId="ADAL" clId="{43E27347-52E0-4AD8-AACA-BD0DBAAF8FCD}" dt="2026-06-23T13:29:47.263" v="1048" actId="1076"/>
          <ac:spMkLst>
            <pc:docMk/>
            <pc:sldMk cId="0" sldId="479"/>
            <ac:spMk id="15" creationId="{7DC24B9B-6F51-B047-686B-6C2CD212E31B}"/>
          </ac:spMkLst>
        </pc:spChg>
        <pc:spChg chg="add mod">
          <ac:chgData name="Brenneisen, Eike" userId="25d95ce1-e078-43b7-ab13-fbcc9f281c66" providerId="ADAL" clId="{43E27347-52E0-4AD8-AACA-BD0DBAAF8FCD}" dt="2026-06-23T13:33:21.800" v="1164" actId="20577"/>
          <ac:spMkLst>
            <pc:docMk/>
            <pc:sldMk cId="0" sldId="479"/>
            <ac:spMk id="17" creationId="{3B004971-0930-EF88-2DA4-9CB7813F56C4}"/>
          </ac:spMkLst>
        </pc:spChg>
        <pc:graphicFrameChg chg="add mod ord modVis">
          <ac:chgData name="Brenneisen, Eike" userId="25d95ce1-e078-43b7-ab13-fbcc9f281c66" providerId="ADAL" clId="{43E27347-52E0-4AD8-AACA-BD0DBAAF8FCD}" dt="2026-06-23T13:18:54.124" v="690"/>
          <ac:graphicFrameMkLst>
            <pc:docMk/>
            <pc:sldMk cId="0" sldId="479"/>
            <ac:graphicFrameMk id="10" creationId="{06620FA1-3681-D540-A5ED-5E93C5C37470}"/>
          </ac:graphicFrameMkLst>
        </pc:graphicFrameChg>
      </pc:sldChg>
      <pc:sldChg chg="del">
        <pc:chgData name="Brenneisen, Eike" userId="25d95ce1-e078-43b7-ab13-fbcc9f281c66" providerId="ADAL" clId="{43E27347-52E0-4AD8-AACA-BD0DBAAF8FCD}" dt="2026-06-23T13:07:34.777" v="321" actId="47"/>
        <pc:sldMkLst>
          <pc:docMk/>
          <pc:sldMk cId="274232220" sldId="480"/>
        </pc:sldMkLst>
      </pc:sldChg>
      <pc:sldChg chg="addSp delSp modSp add del mod modClrScheme chgLayout">
        <pc:chgData name="Brenneisen, Eike" userId="25d95ce1-e078-43b7-ab13-fbcc9f281c66" providerId="ADAL" clId="{43E27347-52E0-4AD8-AACA-BD0DBAAF8FCD}" dt="2026-06-23T13:31:40.699" v="1090" actId="47"/>
        <pc:sldMkLst>
          <pc:docMk/>
          <pc:sldMk cId="371151799" sldId="481"/>
        </pc:sldMkLst>
        <pc:spChg chg="mod">
          <ac:chgData name="Brenneisen, Eike" userId="25d95ce1-e078-43b7-ab13-fbcc9f281c66" providerId="ADAL" clId="{43E27347-52E0-4AD8-AACA-BD0DBAAF8FCD}" dt="2026-06-23T10:48:58.778" v="20" actId="21"/>
          <ac:spMkLst>
            <pc:docMk/>
            <pc:sldMk cId="371151799" sldId="481"/>
            <ac:spMk id="2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0:49:19.393" v="38" actId="21"/>
          <ac:spMkLst>
            <pc:docMk/>
            <pc:sldMk cId="371151799" sldId="481"/>
            <ac:spMk id="3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0:49:45.717" v="128" actId="21"/>
          <ac:spMkLst>
            <pc:docMk/>
            <pc:sldMk cId="371151799" sldId="481"/>
            <ac:spMk id="4" creationId="{00000000-0000-0000-0000-000000000000}"/>
          </ac:spMkLst>
        </pc:spChg>
        <pc:spChg chg="del mod">
          <ac:chgData name="Brenneisen, Eike" userId="25d95ce1-e078-43b7-ab13-fbcc9f281c66" providerId="ADAL" clId="{43E27347-52E0-4AD8-AACA-BD0DBAAF8FCD}" dt="2026-06-23T10:50:21.436" v="138" actId="478"/>
          <ac:spMkLst>
            <pc:docMk/>
            <pc:sldMk cId="371151799" sldId="481"/>
            <ac:spMk id="6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05:37.857" v="249" actId="164"/>
          <ac:spMkLst>
            <pc:docMk/>
            <pc:sldMk cId="371151799" sldId="481"/>
            <ac:spMk id="7" creationId="{00000000-0000-0000-0000-000000000000}"/>
          </ac:spMkLst>
        </pc:spChg>
        <pc:spChg chg="del mod">
          <ac:chgData name="Brenneisen, Eike" userId="25d95ce1-e078-43b7-ab13-fbcc9f281c66" providerId="ADAL" clId="{43E27347-52E0-4AD8-AACA-BD0DBAAF8FCD}" dt="2026-06-23T13:07:13.678" v="311" actId="478"/>
          <ac:spMkLst>
            <pc:docMk/>
            <pc:sldMk cId="371151799" sldId="481"/>
            <ac:spMk id="9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06:53.270" v="280" actId="164"/>
          <ac:spMkLst>
            <pc:docMk/>
            <pc:sldMk cId="371151799" sldId="481"/>
            <ac:spMk id="10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12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07:29" v="317" actId="164"/>
          <ac:spMkLst>
            <pc:docMk/>
            <pc:sldMk cId="371151799" sldId="481"/>
            <ac:spMk id="13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15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16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17" creationId="{00000000-0000-0000-0000-000000000000}"/>
          </ac:spMkLst>
        </pc:spChg>
        <pc:spChg chg="del mod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18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0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1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5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7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28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30" creationId="{00000000-0000-0000-0000-000000000000}"/>
          </ac:spMkLst>
        </pc:spChg>
        <pc:spChg chg="del">
          <ac:chgData name="Brenneisen, Eike" userId="25d95ce1-e078-43b7-ab13-fbcc9f281c66" providerId="ADAL" clId="{43E27347-52E0-4AD8-AACA-BD0DBAAF8FCD}" dt="2026-06-23T13:06:31.438" v="273" actId="478"/>
          <ac:spMkLst>
            <pc:docMk/>
            <pc:sldMk cId="371151799" sldId="481"/>
            <ac:spMk id="31" creationId="{00000000-0000-0000-0000-000000000000}"/>
          </ac:spMkLst>
        </pc:spChg>
        <pc:spChg chg="mod">
          <ac:chgData name="Brenneisen, Eike" userId="25d95ce1-e078-43b7-ab13-fbcc9f281c66" providerId="ADAL" clId="{43E27347-52E0-4AD8-AACA-BD0DBAAF8FCD}" dt="2026-06-23T13:05:53.684" v="254" actId="571"/>
          <ac:spMkLst>
            <pc:docMk/>
            <pc:sldMk cId="371151799" sldId="481"/>
            <ac:spMk id="32" creationId="{2A755A24-EFA7-36C2-5FCD-1F36371ECA28}"/>
          </ac:spMkLst>
        </pc:spChg>
        <pc:spChg chg="add del mod ord">
          <ac:chgData name="Brenneisen, Eike" userId="25d95ce1-e078-43b7-ab13-fbcc9f281c66" providerId="ADAL" clId="{43E27347-52E0-4AD8-AACA-BD0DBAAF8FCD}" dt="2026-06-23T10:48:49.522" v="2" actId="6264"/>
          <ac:spMkLst>
            <pc:docMk/>
            <pc:sldMk cId="371151799" sldId="481"/>
            <ac:spMk id="32" creationId="{810BF677-D808-5C61-2097-0380F50E067D}"/>
          </ac:spMkLst>
        </pc:spChg>
        <pc:spChg chg="add del mod ord">
          <ac:chgData name="Brenneisen, Eike" userId="25d95ce1-e078-43b7-ab13-fbcc9f281c66" providerId="ADAL" clId="{43E27347-52E0-4AD8-AACA-BD0DBAAF8FCD}" dt="2026-06-23T10:49:00.788" v="21" actId="6264"/>
          <ac:spMkLst>
            <pc:docMk/>
            <pc:sldMk cId="371151799" sldId="481"/>
            <ac:spMk id="33" creationId="{397A6C17-393F-F676-93D0-613264F4B83E}"/>
          </ac:spMkLst>
        </pc:spChg>
        <pc:spChg chg="add mod ord">
          <ac:chgData name="Brenneisen, Eike" userId="25d95ce1-e078-43b7-ab13-fbcc9f281c66" providerId="ADAL" clId="{43E27347-52E0-4AD8-AACA-BD0DBAAF8FCD}" dt="2026-06-23T13:04:52.868" v="202" actId="299"/>
          <ac:spMkLst>
            <pc:docMk/>
            <pc:sldMk cId="371151799" sldId="481"/>
            <ac:spMk id="35" creationId="{FDF7AC4C-3C60-2BCA-A76F-5DB268D8678A}"/>
          </ac:spMkLst>
        </pc:spChg>
        <pc:spChg chg="add 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36" creationId="{022857DC-EC00-D002-C144-47A565D496E9}"/>
          </ac:spMkLst>
        </pc:spChg>
        <pc:spChg chg="add del mod ord">
          <ac:chgData name="Brenneisen, Eike" userId="25d95ce1-e078-43b7-ab13-fbcc9f281c66" providerId="ADAL" clId="{43E27347-52E0-4AD8-AACA-BD0DBAAF8FCD}" dt="2026-06-23T10:49:07.751" v="30" actId="6264"/>
          <ac:spMkLst>
            <pc:docMk/>
            <pc:sldMk cId="371151799" sldId="481"/>
            <ac:spMk id="36" creationId="{3000F00A-91BD-2326-AB6B-7098697A6EBD}"/>
          </ac:spMkLst>
        </pc:spChg>
        <pc:spChg chg="add 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37" creationId="{2FE0DE07-2D3C-D251-AF7C-1EE5A1D35955}"/>
          </ac:spMkLst>
        </pc:spChg>
        <pc:spChg chg="add del mod">
          <ac:chgData name="Brenneisen, Eike" userId="25d95ce1-e078-43b7-ab13-fbcc9f281c66" providerId="ADAL" clId="{43E27347-52E0-4AD8-AACA-BD0DBAAF8FCD}" dt="2026-06-23T10:49:07.751" v="30" actId="6264"/>
          <ac:spMkLst>
            <pc:docMk/>
            <pc:sldMk cId="371151799" sldId="481"/>
            <ac:spMk id="37" creationId="{6B1712D2-E468-7FE1-3E94-E66674CC50A7}"/>
          </ac:spMkLst>
        </pc:spChg>
        <pc:spChg chg="add mod ord">
          <ac:chgData name="Brenneisen, Eike" userId="25d95ce1-e078-43b7-ab13-fbcc9f281c66" providerId="ADAL" clId="{43E27347-52E0-4AD8-AACA-BD0DBAAF8FCD}" dt="2026-06-23T13:05:28.285" v="248" actId="6549"/>
          <ac:spMkLst>
            <pc:docMk/>
            <pc:sldMk cId="371151799" sldId="481"/>
            <ac:spMk id="38" creationId="{ED5E9B3A-A89F-96F5-EBB5-113D1A093E45}"/>
          </ac:spMkLst>
        </pc:spChg>
        <pc:spChg chg="add del mod">
          <ac:chgData name="Brenneisen, Eike" userId="25d95ce1-e078-43b7-ab13-fbcc9f281c66" providerId="ADAL" clId="{43E27347-52E0-4AD8-AACA-BD0DBAAF8FCD}" dt="2026-06-23T13:14:04.102" v="498" actId="478"/>
          <ac:spMkLst>
            <pc:docMk/>
            <pc:sldMk cId="371151799" sldId="481"/>
            <ac:spMk id="39" creationId="{C7CE8421-B62E-1F1C-7CDD-D81793E33DEC}"/>
          </ac:spMkLst>
        </pc:spChg>
        <pc:spChg chg="add del mod">
          <ac:chgData name="Brenneisen, Eike" userId="25d95ce1-e078-43b7-ab13-fbcc9f281c66" providerId="ADAL" clId="{43E27347-52E0-4AD8-AACA-BD0DBAAF8FCD}" dt="2026-06-23T10:49:22.303" v="40" actId="6264"/>
          <ac:spMkLst>
            <pc:docMk/>
            <pc:sldMk cId="371151799" sldId="481"/>
            <ac:spMk id="39" creationId="{E5BDC272-0FA0-15B4-E7D5-393BB7473769}"/>
          </ac:spMkLst>
        </pc:spChg>
        <pc:spChg chg="add del mod">
          <ac:chgData name="Brenneisen, Eike" userId="25d95ce1-e078-43b7-ab13-fbcc9f281c66" providerId="ADAL" clId="{43E27347-52E0-4AD8-AACA-BD0DBAAF8FCD}" dt="2026-06-23T13:14:09.181" v="499" actId="478"/>
          <ac:spMkLst>
            <pc:docMk/>
            <pc:sldMk cId="371151799" sldId="481"/>
            <ac:spMk id="40" creationId="{53272A7C-12E5-CA93-89B3-EDA55997A259}"/>
          </ac:spMkLst>
        </pc:spChg>
        <pc:spChg chg="add del mod">
          <ac:chgData name="Brenneisen, Eike" userId="25d95ce1-e078-43b7-ab13-fbcc9f281c66" providerId="ADAL" clId="{43E27347-52E0-4AD8-AACA-BD0DBAAF8FCD}" dt="2026-06-23T10:49:22.303" v="40" actId="6264"/>
          <ac:spMkLst>
            <pc:docMk/>
            <pc:sldMk cId="371151799" sldId="481"/>
            <ac:spMk id="40" creationId="{8593B209-F6E2-2772-B52A-2C602A173C36}"/>
          </ac:spMkLst>
        </pc:spChg>
        <pc:spChg chg="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42" creationId="{317B24B1-B157-9B57-DFDC-E7A3D920041E}"/>
          </ac:spMkLst>
        </pc:spChg>
        <pc:spChg chg="mod">
          <ac:chgData name="Brenneisen, Eike" userId="25d95ce1-e078-43b7-ab13-fbcc9f281c66" providerId="ADAL" clId="{43E27347-52E0-4AD8-AACA-BD0DBAAF8FCD}" dt="2026-06-23T13:14:24.062" v="503" actId="164"/>
          <ac:spMkLst>
            <pc:docMk/>
            <pc:sldMk cId="371151799" sldId="481"/>
            <ac:spMk id="43" creationId="{06A8213F-319B-69BD-5B58-EC7F2B03A748}"/>
          </ac:spMkLst>
        </pc:spChg>
        <pc:spChg chg="add mod">
          <ac:chgData name="Brenneisen, Eike" userId="25d95ce1-e078-43b7-ab13-fbcc9f281c66" providerId="ADAL" clId="{43E27347-52E0-4AD8-AACA-BD0DBAAF8FCD}" dt="2026-06-23T13:14:24.062" v="503" actId="164"/>
          <ac:spMkLst>
            <pc:docMk/>
            <pc:sldMk cId="371151799" sldId="481"/>
            <ac:spMk id="44" creationId="{3C96C295-AD7B-4FED-3848-F14EF25E0645}"/>
          </ac:spMkLst>
        </pc:spChg>
        <pc:spChg chg="add mod">
          <ac:chgData name="Brenneisen, Eike" userId="25d95ce1-e078-43b7-ab13-fbcc9f281c66" providerId="ADAL" clId="{43E27347-52E0-4AD8-AACA-BD0DBAAF8FCD}" dt="2026-06-23T13:14:24.062" v="503" actId="164"/>
          <ac:spMkLst>
            <pc:docMk/>
            <pc:sldMk cId="371151799" sldId="481"/>
            <ac:spMk id="45" creationId="{FD545405-899C-5D01-75F5-29595EB2B3E0}"/>
          </ac:spMkLst>
        </pc:spChg>
        <pc:spChg chg="mod">
          <ac:chgData name="Brenneisen, Eike" userId="25d95ce1-e078-43b7-ab13-fbcc9f281c66" providerId="ADAL" clId="{43E27347-52E0-4AD8-AACA-BD0DBAAF8FCD}" dt="2026-06-23T13:15:11.919" v="575" actId="164"/>
          <ac:spMkLst>
            <pc:docMk/>
            <pc:sldMk cId="371151799" sldId="481"/>
            <ac:spMk id="46" creationId="{B63CAD4D-7BF9-E573-B045-004851A23EE6}"/>
          </ac:spMkLst>
        </pc:spChg>
        <pc:spChg chg="add mod">
          <ac:chgData name="Brenneisen, Eike" userId="25d95ce1-e078-43b7-ab13-fbcc9f281c66" providerId="ADAL" clId="{43E27347-52E0-4AD8-AACA-BD0DBAAF8FCD}" dt="2026-06-23T13:15:11.919" v="575" actId="164"/>
          <ac:spMkLst>
            <pc:docMk/>
            <pc:sldMk cId="371151799" sldId="481"/>
            <ac:spMk id="47" creationId="{F0E960CC-0D61-1842-180A-00C086A85180}"/>
          </ac:spMkLst>
        </pc:spChg>
        <pc:spChg chg="add del mod">
          <ac:chgData name="Brenneisen, Eike" userId="25d95ce1-e078-43b7-ab13-fbcc9f281c66" providerId="ADAL" clId="{43E27347-52E0-4AD8-AACA-BD0DBAAF8FCD}" dt="2026-06-23T13:14:56.634" v="570" actId="478"/>
          <ac:spMkLst>
            <pc:docMk/>
            <pc:sldMk cId="371151799" sldId="481"/>
            <ac:spMk id="48" creationId="{6CD91C7D-8B5D-FD44-B42F-EE7DE31C3BE8}"/>
          </ac:spMkLst>
        </pc:spChg>
        <pc:spChg chg="add del mod">
          <ac:chgData name="Brenneisen, Eike" userId="25d95ce1-e078-43b7-ab13-fbcc9f281c66" providerId="ADAL" clId="{43E27347-52E0-4AD8-AACA-BD0DBAAF8FCD}" dt="2026-06-23T13:14:17.378" v="502" actId="478"/>
          <ac:spMkLst>
            <pc:docMk/>
            <pc:sldMk cId="371151799" sldId="481"/>
            <ac:spMk id="49" creationId="{B96C6204-6B0F-9BB3-2FF7-AD6794BAA58A}"/>
          </ac:spMkLst>
        </pc:spChg>
        <pc:spChg chg="add 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50" creationId="{6B5F914C-9630-9B37-602F-80A6872B75AC}"/>
          </ac:spMkLst>
        </pc:spChg>
        <pc:spChg chg="del mod">
          <ac:chgData name="Brenneisen, Eike" userId="25d95ce1-e078-43b7-ab13-fbcc9f281c66" providerId="ADAL" clId="{43E27347-52E0-4AD8-AACA-BD0DBAAF8FCD}" dt="2026-06-23T13:16:25.585" v="587" actId="478"/>
          <ac:spMkLst>
            <pc:docMk/>
            <pc:sldMk cId="371151799" sldId="481"/>
            <ac:spMk id="51" creationId="{340CA2B1-9108-9BE9-6FFE-53E472A6DFAB}"/>
          </ac:spMkLst>
        </pc:spChg>
        <pc:spChg chg="add del mod">
          <ac:chgData name="Brenneisen, Eike" userId="25d95ce1-e078-43b7-ab13-fbcc9f281c66" providerId="ADAL" clId="{43E27347-52E0-4AD8-AACA-BD0DBAAF8FCD}" dt="2026-06-23T13:15:24.337" v="579" actId="478"/>
          <ac:spMkLst>
            <pc:docMk/>
            <pc:sldMk cId="371151799" sldId="481"/>
            <ac:spMk id="52" creationId="{DACE9738-DF82-9A52-66A6-A746C80C16D4}"/>
          </ac:spMkLst>
        </pc:spChg>
        <pc:spChg chg="del mod">
          <ac:chgData name="Brenneisen, Eike" userId="25d95ce1-e078-43b7-ab13-fbcc9f281c66" providerId="ADAL" clId="{43E27347-52E0-4AD8-AACA-BD0DBAAF8FCD}" dt="2026-06-23T13:15:24.337" v="579" actId="478"/>
          <ac:spMkLst>
            <pc:docMk/>
            <pc:sldMk cId="371151799" sldId="481"/>
            <ac:spMk id="53" creationId="{4DF3850D-E58A-64F4-3EA4-EF3C684E8325}"/>
          </ac:spMkLst>
        </pc:spChg>
        <pc:spChg chg="mod">
          <ac:chgData name="Brenneisen, Eike" userId="25d95ce1-e078-43b7-ab13-fbcc9f281c66" providerId="ADAL" clId="{43E27347-52E0-4AD8-AACA-BD0DBAAF8FCD}" dt="2026-06-23T13:07:08.233" v="304" actId="571"/>
          <ac:spMkLst>
            <pc:docMk/>
            <pc:sldMk cId="371151799" sldId="481"/>
            <ac:spMk id="56" creationId="{E748FD61-79A1-2108-B1C0-D97B80C53F67}"/>
          </ac:spMkLst>
        </pc:spChg>
        <pc:spChg chg="add mod">
          <ac:chgData name="Brenneisen, Eike" userId="25d95ce1-e078-43b7-ab13-fbcc9f281c66" providerId="ADAL" clId="{43E27347-52E0-4AD8-AACA-BD0DBAAF8FCD}" dt="2026-06-23T13:23:58.700" v="745" actId="1076"/>
          <ac:spMkLst>
            <pc:docMk/>
            <pc:sldMk cId="371151799" sldId="481"/>
            <ac:spMk id="58" creationId="{DFF9D93F-A594-DBD7-39C8-55EDBF3C208D}"/>
          </ac:spMkLst>
        </pc:spChg>
        <pc:spChg chg="mod">
          <ac:chgData name="Brenneisen, Eike" userId="25d95ce1-e078-43b7-ab13-fbcc9f281c66" providerId="ADAL" clId="{43E27347-52E0-4AD8-AACA-BD0DBAAF8FCD}" dt="2026-06-23T13:14:39.808" v="533" actId="20577"/>
          <ac:spMkLst>
            <pc:docMk/>
            <pc:sldMk cId="371151799" sldId="481"/>
            <ac:spMk id="62" creationId="{61837092-CF09-F4C4-638D-8F33BF280C1F}"/>
          </ac:spMkLst>
        </pc:spChg>
        <pc:spChg chg="mod">
          <ac:chgData name="Brenneisen, Eike" userId="25d95ce1-e078-43b7-ab13-fbcc9f281c66" providerId="ADAL" clId="{43E27347-52E0-4AD8-AACA-BD0DBAAF8FCD}" dt="2026-06-23T13:14:54.550" v="569" actId="20577"/>
          <ac:spMkLst>
            <pc:docMk/>
            <pc:sldMk cId="371151799" sldId="481"/>
            <ac:spMk id="63" creationId="{18147605-94D7-F694-4935-49B82B9F39C5}"/>
          </ac:spMkLst>
        </pc:spChg>
        <pc:spChg chg="mod">
          <ac:chgData name="Brenneisen, Eike" userId="25d95ce1-e078-43b7-ab13-fbcc9f281c66" providerId="ADAL" clId="{43E27347-52E0-4AD8-AACA-BD0DBAAF8FCD}" dt="2026-06-23T13:15:06.130" v="572" actId="108"/>
          <ac:spMkLst>
            <pc:docMk/>
            <pc:sldMk cId="371151799" sldId="481"/>
            <ac:spMk id="64" creationId="{0DA1F586-05B5-480E-D97E-CB3BB6D1DAE7}"/>
          </ac:spMkLst>
        </pc:spChg>
        <pc:spChg chg="add mod">
          <ac:chgData name="Brenneisen, Eike" userId="25d95ce1-e078-43b7-ab13-fbcc9f281c66" providerId="ADAL" clId="{43E27347-52E0-4AD8-AACA-BD0DBAAF8FCD}" dt="2026-06-23T13:24:24.264" v="813" actId="113"/>
          <ac:spMkLst>
            <pc:docMk/>
            <pc:sldMk cId="371151799" sldId="481"/>
            <ac:spMk id="67" creationId="{363CB89C-0FDA-271E-80C7-C49A2E4898F4}"/>
          </ac:spMkLst>
        </pc:spChg>
        <pc:spChg chg="add mod">
          <ac:chgData name="Brenneisen, Eike" userId="25d95ce1-e078-43b7-ab13-fbcc9f281c66" providerId="ADAL" clId="{43E27347-52E0-4AD8-AACA-BD0DBAAF8FCD}" dt="2026-06-23T13:24:05.620" v="772"/>
          <ac:spMkLst>
            <pc:docMk/>
            <pc:sldMk cId="371151799" sldId="481"/>
            <ac:spMk id="68" creationId="{08519818-CB66-FD4C-8C1D-83A39338088F}"/>
          </ac:spMkLst>
        </pc:spChg>
        <pc:spChg chg="add mod">
          <ac:chgData name="Brenneisen, Eike" userId="25d95ce1-e078-43b7-ab13-fbcc9f281c66" providerId="ADAL" clId="{43E27347-52E0-4AD8-AACA-BD0DBAAF8FCD}" dt="2026-06-23T13:24:05.622" v="778"/>
          <ac:spMkLst>
            <pc:docMk/>
            <pc:sldMk cId="371151799" sldId="481"/>
            <ac:spMk id="69" creationId="{6428EB01-8317-967B-07FE-CAFE8C4C3CB7}"/>
          </ac:spMkLst>
        </pc:spChg>
        <pc:spChg chg="add mod">
          <ac:chgData name="Brenneisen, Eike" userId="25d95ce1-e078-43b7-ab13-fbcc9f281c66" providerId="ADAL" clId="{43E27347-52E0-4AD8-AACA-BD0DBAAF8FCD}" dt="2026-06-23T13:24:11.179" v="785" actId="571"/>
          <ac:spMkLst>
            <pc:docMk/>
            <pc:sldMk cId="371151799" sldId="481"/>
            <ac:spMk id="70" creationId="{9C8BADCE-017B-921D-60B9-AB9F7DB48310}"/>
          </ac:spMkLst>
        </pc:spChg>
        <pc:grpChg chg="add del mod">
          <ac:chgData name="Brenneisen, Eike" userId="25d95ce1-e078-43b7-ab13-fbcc9f281c66" providerId="ADAL" clId="{43E27347-52E0-4AD8-AACA-BD0DBAAF8FCD}" dt="2026-06-23T13:07:14.352" v="312" actId="478"/>
          <ac:grpSpMkLst>
            <pc:docMk/>
            <pc:sldMk cId="371151799" sldId="481"/>
            <ac:grpSpMk id="5" creationId="{5DFBDCF8-9577-198B-6EA2-134D23547BDA}"/>
          </ac:grpSpMkLst>
        </pc:grpChg>
        <pc:grpChg chg="add mod">
          <ac:chgData name="Brenneisen, Eike" userId="25d95ce1-e078-43b7-ab13-fbcc9f281c66" providerId="ADAL" clId="{43E27347-52E0-4AD8-AACA-BD0DBAAF8FCD}" dt="2026-06-23T13:23:46.189" v="739" actId="1076"/>
          <ac:grpSpMkLst>
            <pc:docMk/>
            <pc:sldMk cId="371151799" sldId="481"/>
            <ac:grpSpMk id="6" creationId="{C7AB6BF9-C717-7882-FBA9-00266EFFDA2C}"/>
          </ac:grpSpMkLst>
        </pc:grpChg>
        <pc:grpChg chg="add mod">
          <ac:chgData name="Brenneisen, Eike" userId="25d95ce1-e078-43b7-ab13-fbcc9f281c66" providerId="ADAL" clId="{43E27347-52E0-4AD8-AACA-BD0DBAAF8FCD}" dt="2026-06-23T13:07:47.181" v="324" actId="1076"/>
          <ac:grpSpMkLst>
            <pc:docMk/>
            <pc:sldMk cId="371151799" sldId="481"/>
            <ac:grpSpMk id="54" creationId="{F59EBE10-A0D5-CEC9-EEF7-3AF88C62ED06}"/>
          </ac:grpSpMkLst>
        </pc:grpChg>
        <pc:grpChg chg="add mod">
          <ac:chgData name="Brenneisen, Eike" userId="25d95ce1-e078-43b7-ab13-fbcc9f281c66" providerId="ADAL" clId="{43E27347-52E0-4AD8-AACA-BD0DBAAF8FCD}" dt="2026-06-23T13:23:58.700" v="745" actId="1076"/>
          <ac:grpSpMkLst>
            <pc:docMk/>
            <pc:sldMk cId="371151799" sldId="481"/>
            <ac:grpSpMk id="55" creationId="{C66DF03B-DF29-DCE3-F86E-9F8B320B62DF}"/>
          </ac:grpSpMkLst>
        </pc:grpChg>
        <pc:grpChg chg="add mod">
          <ac:chgData name="Brenneisen, Eike" userId="25d95ce1-e078-43b7-ab13-fbcc9f281c66" providerId="ADAL" clId="{43E27347-52E0-4AD8-AACA-BD0DBAAF8FCD}" dt="2026-06-23T13:23:58.700" v="745" actId="1076"/>
          <ac:grpSpMkLst>
            <pc:docMk/>
            <pc:sldMk cId="371151799" sldId="481"/>
            <ac:grpSpMk id="59" creationId="{08E47497-9EF8-57B6-5ADE-7BE60FDB8F78}"/>
          </ac:grpSpMkLst>
        </pc:grpChg>
        <pc:grpChg chg="add mod">
          <ac:chgData name="Brenneisen, Eike" userId="25d95ce1-e078-43b7-ab13-fbcc9f281c66" providerId="ADAL" clId="{43E27347-52E0-4AD8-AACA-BD0DBAAF8FCD}" dt="2026-06-23T13:15:31.418" v="580" actId="1076"/>
          <ac:grpSpMkLst>
            <pc:docMk/>
            <pc:sldMk cId="371151799" sldId="481"/>
            <ac:grpSpMk id="60" creationId="{2A39E532-078E-272A-5D07-DAE66E90ED27}"/>
          </ac:grpSpMkLst>
        </pc:grpChg>
        <pc:grpChg chg="add mod">
          <ac:chgData name="Brenneisen, Eike" userId="25d95ce1-e078-43b7-ab13-fbcc9f281c66" providerId="ADAL" clId="{43E27347-52E0-4AD8-AACA-BD0DBAAF8FCD}" dt="2026-06-23T13:15:31.418" v="580" actId="1076"/>
          <ac:grpSpMkLst>
            <pc:docMk/>
            <pc:sldMk cId="371151799" sldId="481"/>
            <ac:grpSpMk id="61" creationId="{4A90648E-3AA1-3B21-DA22-1FDDC8267AEA}"/>
          </ac:grpSpMkLst>
        </pc:grpChg>
        <pc:grpChg chg="add mod">
          <ac:chgData name="Brenneisen, Eike" userId="25d95ce1-e078-43b7-ab13-fbcc9f281c66" providerId="ADAL" clId="{43E27347-52E0-4AD8-AACA-BD0DBAAF8FCD}" dt="2026-06-23T13:23:58.700" v="745" actId="1076"/>
          <ac:grpSpMkLst>
            <pc:docMk/>
            <pc:sldMk cId="371151799" sldId="481"/>
            <ac:grpSpMk id="65" creationId="{6849C211-7F3B-E7D1-BBD6-F69BF8F42E06}"/>
          </ac:grpSpMkLst>
        </pc:grpChg>
        <pc:graphicFrameChg chg="add mod ord modVis">
          <ac:chgData name="Brenneisen, Eike" userId="25d95ce1-e078-43b7-ab13-fbcc9f281c66" providerId="ADAL" clId="{43E27347-52E0-4AD8-AACA-BD0DBAAF8FCD}" dt="2026-06-23T10:48:50.453" v="16"/>
          <ac:graphicFrameMkLst>
            <pc:docMk/>
            <pc:sldMk cId="371151799" sldId="481"/>
            <ac:graphicFrameMk id="34" creationId="{1548FACF-BA5C-401E-B7F7-2F6990ADAA00}"/>
          </ac:graphicFrameMkLst>
        </pc:graphicFrameChg>
        <pc:picChg chg="del">
          <ac:chgData name="Brenneisen, Eike" userId="25d95ce1-e078-43b7-ab13-fbcc9f281c66" providerId="ADAL" clId="{43E27347-52E0-4AD8-AACA-BD0DBAAF8FCD}" dt="2026-06-23T10:50:13.087" v="137" actId="478"/>
          <ac:picMkLst>
            <pc:docMk/>
            <pc:sldMk cId="371151799" sldId="481"/>
            <ac:picMk id="5" creationId="{00000000-0000-0000-0000-000000000000}"/>
          </ac:picMkLst>
        </pc:picChg>
        <pc:picChg chg="mod">
          <ac:chgData name="Brenneisen, Eike" userId="25d95ce1-e078-43b7-ab13-fbcc9f281c66" providerId="ADAL" clId="{43E27347-52E0-4AD8-AACA-BD0DBAAF8FCD}" dt="2026-06-23T13:05:37.857" v="249" actId="164"/>
          <ac:picMkLst>
            <pc:docMk/>
            <pc:sldMk cId="371151799" sldId="481"/>
            <ac:picMk id="8" creationId="{00000000-0000-0000-0000-000000000000}"/>
          </ac:picMkLst>
        </pc:picChg>
        <pc:picChg chg="mod">
          <ac:chgData name="Brenneisen, Eike" userId="25d95ce1-e078-43b7-ab13-fbcc9f281c66" providerId="ADAL" clId="{43E27347-52E0-4AD8-AACA-BD0DBAAF8FCD}" dt="2026-06-23T13:06:53.270" v="280" actId="164"/>
          <ac:picMkLst>
            <pc:docMk/>
            <pc:sldMk cId="371151799" sldId="481"/>
            <ac:picMk id="11" creationId="{00000000-0000-0000-0000-000000000000}"/>
          </ac:picMkLst>
        </pc:picChg>
        <pc:picChg chg="mod">
          <ac:chgData name="Brenneisen, Eike" userId="25d95ce1-e078-43b7-ab13-fbcc9f281c66" providerId="ADAL" clId="{43E27347-52E0-4AD8-AACA-BD0DBAAF8FCD}" dt="2026-06-23T13:07:29" v="317" actId="164"/>
          <ac:picMkLst>
            <pc:docMk/>
            <pc:sldMk cId="371151799" sldId="481"/>
            <ac:picMk id="14" creationId="{00000000-0000-0000-0000-000000000000}"/>
          </ac:picMkLst>
        </pc:picChg>
        <pc:picChg chg="mod">
          <ac:chgData name="Brenneisen, Eike" userId="25d95ce1-e078-43b7-ab13-fbcc9f281c66" providerId="ADAL" clId="{43E27347-52E0-4AD8-AACA-BD0DBAAF8FCD}" dt="2026-06-23T13:05:53.684" v="254" actId="571"/>
          <ac:picMkLst>
            <pc:docMk/>
            <pc:sldMk cId="371151799" sldId="481"/>
            <ac:picMk id="33" creationId="{DC5D0837-703E-AC86-E144-872FAF042429}"/>
          </ac:picMkLst>
        </pc:picChg>
        <pc:picChg chg="mod">
          <ac:chgData name="Brenneisen, Eike" userId="25d95ce1-e078-43b7-ab13-fbcc9f281c66" providerId="ADAL" clId="{43E27347-52E0-4AD8-AACA-BD0DBAAF8FCD}" dt="2026-06-23T13:07:08.233" v="304" actId="571"/>
          <ac:picMkLst>
            <pc:docMk/>
            <pc:sldMk cId="371151799" sldId="481"/>
            <ac:picMk id="57" creationId="{FB19774D-C167-11B6-5761-4C99B572EF5D}"/>
          </ac:picMkLst>
        </pc:picChg>
        <pc:cxnChg chg="mod">
          <ac:chgData name="Brenneisen, Eike" userId="25d95ce1-e078-43b7-ab13-fbcc9f281c66" providerId="ADAL" clId="{43E27347-52E0-4AD8-AACA-BD0DBAAF8FCD}" dt="2026-06-23T13:15:31.418" v="580" actId="1076"/>
          <ac:cxnSpMkLst>
            <pc:docMk/>
            <pc:sldMk cId="371151799" sldId="481"/>
            <ac:cxnSpMk id="41" creationId="{08F63DAD-C9A1-053E-2786-527ADBA970C8}"/>
          </ac:cxnSpMkLst>
        </pc:cxnChg>
      </pc:sldChg>
      <pc:sldChg chg="add del">
        <pc:chgData name="Brenneisen, Eike" userId="25d95ce1-e078-43b7-ab13-fbcc9f281c66" providerId="ADAL" clId="{43E27347-52E0-4AD8-AACA-BD0DBAAF8FCD}" dt="2026-06-23T13:16:19.120" v="586" actId="47"/>
        <pc:sldMkLst>
          <pc:docMk/>
          <pc:sldMk cId="0" sldId="482"/>
        </pc:sldMkLst>
      </pc:sldChg>
      <pc:sldChg chg="addSp delSp modSp add mod chgLayout">
        <pc:chgData name="Brenneisen, Eike" userId="25d95ce1-e078-43b7-ab13-fbcc9f281c66" providerId="ADAL" clId="{43E27347-52E0-4AD8-AACA-BD0DBAAF8FCD}" dt="2026-06-23T13:17:15.512" v="671" actId="1076"/>
        <pc:sldMkLst>
          <pc:docMk/>
          <pc:sldMk cId="3620353806" sldId="483"/>
        </pc:sldMkLst>
        <pc:spChg chg="add del mod">
          <ac:chgData name="Brenneisen, Eike" userId="25d95ce1-e078-43b7-ab13-fbcc9f281c66" providerId="ADAL" clId="{43E27347-52E0-4AD8-AACA-BD0DBAAF8FCD}" dt="2026-06-23T13:08:09.757" v="334" actId="6264"/>
          <ac:spMkLst>
            <pc:docMk/>
            <pc:sldMk cId="3620353806" sldId="483"/>
            <ac:spMk id="5" creationId="{5145C6D5-D7C3-C296-29B3-B9AF6CAB65D8}"/>
          </ac:spMkLst>
        </pc:spChg>
        <pc:spChg chg="add del mod">
          <ac:chgData name="Brenneisen, Eike" userId="25d95ce1-e078-43b7-ab13-fbcc9f281c66" providerId="ADAL" clId="{43E27347-52E0-4AD8-AACA-BD0DBAAF8FCD}" dt="2026-06-23T13:08:09.757" v="334" actId="6264"/>
          <ac:spMkLst>
            <pc:docMk/>
            <pc:sldMk cId="3620353806" sldId="483"/>
            <ac:spMk id="7" creationId="{2762F92D-9E6E-0684-0C00-74A90A996256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12" creationId="{9D208979-F8DA-291F-E821-B940DF4A8A76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16" creationId="{EC75C723-96FD-F916-B451-F7F4603D6226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19" creationId="{9E60F8C2-B2F6-99DB-FDB6-4A738EF02EB3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22" creationId="{5AB0CEDE-99D6-6608-F2D3-3BECFD04EB49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24" creationId="{5DE6481B-A01B-C45F-A68E-B366CE387D59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27" creationId="{10B6D080-7779-D1ED-F37C-F1E2788AA52E}"/>
          </ac:spMkLst>
        </pc:spChg>
        <pc:spChg chg="add mod">
          <ac:chgData name="Brenneisen, Eike" userId="25d95ce1-e078-43b7-ab13-fbcc9f281c66" providerId="ADAL" clId="{43E27347-52E0-4AD8-AACA-BD0DBAAF8FCD}" dt="2026-06-23T13:08:37.259" v="363" actId="1076"/>
          <ac:spMkLst>
            <pc:docMk/>
            <pc:sldMk cId="3620353806" sldId="483"/>
            <ac:spMk id="28" creationId="{B7D3E6D5-A955-985B-CD6C-7266CCBD2E17}"/>
          </ac:spMkLst>
        </pc:spChg>
        <pc:spChg chg="add del mod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31" creationId="{FAF5EF22-72DA-B05A-56D2-497000560C5B}"/>
          </ac:spMkLst>
        </pc:spChg>
        <pc:spChg chg="mod ord">
          <ac:chgData name="Brenneisen, Eike" userId="25d95ce1-e078-43b7-ab13-fbcc9f281c66" providerId="ADAL" clId="{43E27347-52E0-4AD8-AACA-BD0DBAAF8FCD}" dt="2026-06-23T13:08:15.369" v="358" actId="299"/>
          <ac:spMkLst>
            <pc:docMk/>
            <pc:sldMk cId="3620353806" sldId="483"/>
            <ac:spMk id="35" creationId="{88851BD3-23BB-97F2-3323-C9F4FFABAD91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36" creationId="{178D2FB5-1ED7-A3F5-EA10-F5A75EEC5823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37" creationId="{431BDAFE-656E-434D-EBCB-42193374EFCE}"/>
          </ac:spMkLst>
        </pc:spChg>
        <pc:spChg chg="mod ord">
          <ac:chgData name="Brenneisen, Eike" userId="25d95ce1-e078-43b7-ab13-fbcc9f281c66" providerId="ADAL" clId="{43E27347-52E0-4AD8-AACA-BD0DBAAF8FCD}" dt="2026-06-23T13:08:28.551" v="360"/>
          <ac:spMkLst>
            <pc:docMk/>
            <pc:sldMk cId="3620353806" sldId="483"/>
            <ac:spMk id="38" creationId="{6E62F849-1788-7820-F555-5D83255B28D1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42" creationId="{C5483757-4CA7-CEE9-63E3-36EEC8F31855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43" creationId="{5759E147-4904-E34C-5E1A-C47436044306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47" creationId="{0203C15D-0674-7324-072C-8D66A7C7520B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51" creationId="{D353FC9F-381F-F420-F9CB-8E74BF6361CA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52" creationId="{FB443702-9963-2A1E-87EE-60971781E2A5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53" creationId="{26D7496B-9888-3FC8-0819-78D23A836AAB}"/>
          </ac:spMkLst>
        </pc:spChg>
        <pc:spChg chg="del">
          <ac:chgData name="Brenneisen, Eike" userId="25d95ce1-e078-43b7-ab13-fbcc9f281c66" providerId="ADAL" clId="{43E27347-52E0-4AD8-AACA-BD0DBAAF8FCD}" dt="2026-06-23T13:08:34.656" v="361" actId="478"/>
          <ac:spMkLst>
            <pc:docMk/>
            <pc:sldMk cId="3620353806" sldId="483"/>
            <ac:spMk id="58" creationId="{779DB424-C340-C02C-886D-F0AB548F4474}"/>
          </ac:spMkLst>
        </pc:spChg>
        <pc:spChg chg="add del mod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0" creationId="{A068B505-CB82-FD64-9501-C162EF7292EA}"/>
          </ac:spMkLst>
        </pc:spChg>
        <pc:spChg chg="add del mod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1" creationId="{02134B7E-7E03-FA9A-47CF-55AE20746E51}"/>
          </ac:spMkLst>
        </pc:spChg>
        <pc:spChg chg="del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3" creationId="{4164703E-F669-6EC0-B391-D6B5554DE030}"/>
          </ac:spMkLst>
        </pc:spChg>
        <pc:spChg chg="add del mod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5" creationId="{8F60C078-7548-4E70-CA28-AD0844C24AA1}"/>
          </ac:spMkLst>
        </pc:spChg>
        <pc:spChg chg="del">
          <ac:chgData name="Brenneisen, Eike" userId="25d95ce1-e078-43b7-ab13-fbcc9f281c66" providerId="ADAL" clId="{43E27347-52E0-4AD8-AACA-BD0DBAAF8FCD}" dt="2026-06-23T13:08:51.628" v="364" actId="478"/>
          <ac:spMkLst>
            <pc:docMk/>
            <pc:sldMk cId="3620353806" sldId="483"/>
            <ac:spMk id="66" creationId="{81F406D2-C309-FA0C-9476-9BECB654EF7D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68" creationId="{50A6C922-D779-7C4F-4D0F-4C9A0282EDCA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69" creationId="{DCA69B22-2D30-1358-CE16-978565C05FDD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70" creationId="{4AE5E57D-8996-FFA4-766C-E5604806E0C3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72" creationId="{D4780173-1BB6-959A-2174-EDD79A68528B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74" creationId="{667B666C-8ACE-B57E-E85F-E80A3A0B0222}"/>
          </ac:spMkLst>
        </pc:spChg>
        <pc:spChg chg="add del mod">
          <ac:chgData name="Brenneisen, Eike" userId="25d95ce1-e078-43b7-ab13-fbcc9f281c66" providerId="ADAL" clId="{43E27347-52E0-4AD8-AACA-BD0DBAAF8FCD}" dt="2026-06-23T13:09:05.915" v="367" actId="478"/>
          <ac:spMkLst>
            <pc:docMk/>
            <pc:sldMk cId="3620353806" sldId="483"/>
            <ac:spMk id="75" creationId="{4735C82F-8D70-BDD1-DF3F-5F4384A856E5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77" creationId="{26E06B79-0DFF-C8C1-0DDC-5BDE1EBAA65A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78" creationId="{3D455107-18D0-6BC7-284E-0CAF71C1B8CC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79" creationId="{08AABE58-A2A5-079A-8D19-2BE320C815F1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81" creationId="{F7719BDB-0D80-3F04-A17B-BE3BB26592B5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83" creationId="{BFBC8300-2C8A-35C3-D14C-0598EE56E138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84" creationId="{1BECB315-3426-5630-CB1C-A28DA9EF1C87}"/>
          </ac:spMkLst>
        </pc:spChg>
        <pc:spChg chg="add mod">
          <ac:chgData name="Brenneisen, Eike" userId="25d95ce1-e078-43b7-ab13-fbcc9f281c66" providerId="ADAL" clId="{43E27347-52E0-4AD8-AACA-BD0DBAAF8FCD}" dt="2026-06-23T13:17:15.512" v="671" actId="1076"/>
          <ac:spMkLst>
            <pc:docMk/>
            <pc:sldMk cId="3620353806" sldId="483"/>
            <ac:spMk id="86" creationId="{98ECD898-741F-9AEF-62FB-366152FF61CE}"/>
          </ac:spMkLst>
        </pc:spChg>
        <pc:picChg chg="del">
          <ac:chgData name="Brenneisen, Eike" userId="25d95ce1-e078-43b7-ab13-fbcc9f281c66" providerId="ADAL" clId="{43E27347-52E0-4AD8-AACA-BD0DBAAF8FCD}" dt="2026-06-23T13:08:51.628" v="364" actId="478"/>
          <ac:picMkLst>
            <pc:docMk/>
            <pc:sldMk cId="3620353806" sldId="483"/>
            <ac:picMk id="64" creationId="{02DC879D-BACA-934C-16B2-63FDF962B8DC}"/>
          </ac:picMkLst>
        </pc:picChg>
        <pc:picChg chg="del">
          <ac:chgData name="Brenneisen, Eike" userId="25d95ce1-e078-43b7-ab13-fbcc9f281c66" providerId="ADAL" clId="{43E27347-52E0-4AD8-AACA-BD0DBAAF8FCD}" dt="2026-06-23T13:08:51.628" v="364" actId="478"/>
          <ac:picMkLst>
            <pc:docMk/>
            <pc:sldMk cId="3620353806" sldId="483"/>
            <ac:picMk id="67" creationId="{02C7DB7A-77A0-AB98-5A82-F2D3B9D4A876}"/>
          </ac:picMkLst>
        </pc:picChg>
        <pc:picChg chg="add del mod">
          <ac:chgData name="Brenneisen, Eike" userId="25d95ce1-e078-43b7-ab13-fbcc9f281c66" providerId="ADAL" clId="{43E27347-52E0-4AD8-AACA-BD0DBAAF8FCD}" dt="2026-06-23T13:09:05.915" v="367" actId="478"/>
          <ac:picMkLst>
            <pc:docMk/>
            <pc:sldMk cId="3620353806" sldId="483"/>
            <ac:picMk id="73" creationId="{3BFE7C3A-EF4D-AA16-B399-9A744AF7A04D}"/>
          </ac:picMkLst>
        </pc:picChg>
        <pc:picChg chg="add del mod">
          <ac:chgData name="Brenneisen, Eike" userId="25d95ce1-e078-43b7-ab13-fbcc9f281c66" providerId="ADAL" clId="{43E27347-52E0-4AD8-AACA-BD0DBAAF8FCD}" dt="2026-06-23T13:09:05.915" v="367" actId="478"/>
          <ac:picMkLst>
            <pc:docMk/>
            <pc:sldMk cId="3620353806" sldId="483"/>
            <ac:picMk id="76" creationId="{5C9C5847-82E8-E6CC-37F0-5DEDAF3C5B76}"/>
          </ac:picMkLst>
        </pc:picChg>
        <pc:picChg chg="add mod">
          <ac:chgData name="Brenneisen, Eike" userId="25d95ce1-e078-43b7-ab13-fbcc9f281c66" providerId="ADAL" clId="{43E27347-52E0-4AD8-AACA-BD0DBAAF8FCD}" dt="2026-06-23T13:17:15.512" v="671" actId="1076"/>
          <ac:picMkLst>
            <pc:docMk/>
            <pc:sldMk cId="3620353806" sldId="483"/>
            <ac:picMk id="82" creationId="{DE076BC9-AA11-56A4-08DC-04B1419E465C}"/>
          </ac:picMkLst>
        </pc:picChg>
        <pc:picChg chg="add mod">
          <ac:chgData name="Brenneisen, Eike" userId="25d95ce1-e078-43b7-ab13-fbcc9f281c66" providerId="ADAL" clId="{43E27347-52E0-4AD8-AACA-BD0DBAAF8FCD}" dt="2026-06-23T13:17:15.512" v="671" actId="1076"/>
          <ac:picMkLst>
            <pc:docMk/>
            <pc:sldMk cId="3620353806" sldId="483"/>
            <ac:picMk id="85" creationId="{8BF6EDDC-D7D3-5645-6414-EA75C4F4529D}"/>
          </ac:picMkLst>
        </pc:picChg>
        <pc:cxnChg chg="mod">
          <ac:chgData name="Brenneisen, Eike" userId="25d95ce1-e078-43b7-ab13-fbcc9f281c66" providerId="ADAL" clId="{43E27347-52E0-4AD8-AACA-BD0DBAAF8FCD}" dt="2026-06-23T13:09:00.244" v="366" actId="14861"/>
          <ac:cxnSpMkLst>
            <pc:docMk/>
            <pc:sldMk cId="3620353806" sldId="483"/>
            <ac:cxnSpMk id="29" creationId="{1EF9D64F-A1D6-74EF-7AE8-1311420B2099}"/>
          </ac:cxnSpMkLst>
        </pc:cxnChg>
        <pc:cxnChg chg="mod">
          <ac:chgData name="Brenneisen, Eike" userId="25d95ce1-e078-43b7-ab13-fbcc9f281c66" providerId="ADAL" clId="{43E27347-52E0-4AD8-AACA-BD0DBAAF8FCD}" dt="2026-06-23T13:09:00.244" v="366" actId="14861"/>
          <ac:cxnSpMkLst>
            <pc:docMk/>
            <pc:sldMk cId="3620353806" sldId="483"/>
            <ac:cxnSpMk id="30" creationId="{D1D9EBF5-D008-9F78-1C9D-F8BE31DFED8D}"/>
          </ac:cxnSpMkLst>
        </pc:cxnChg>
        <pc:cxnChg chg="del">
          <ac:chgData name="Brenneisen, Eike" userId="25d95ce1-e078-43b7-ab13-fbcc9f281c66" providerId="ADAL" clId="{43E27347-52E0-4AD8-AACA-BD0DBAAF8FCD}" dt="2026-06-23T13:08:51.628" v="364" actId="478"/>
          <ac:cxnSpMkLst>
            <pc:docMk/>
            <pc:sldMk cId="3620353806" sldId="483"/>
            <ac:cxnSpMk id="62" creationId="{1DC9513E-9E51-4193-644B-0A3ADEC32EEE}"/>
          </ac:cxnSpMkLst>
        </pc:cxnChg>
        <pc:cxnChg chg="add del mod">
          <ac:chgData name="Brenneisen, Eike" userId="25d95ce1-e078-43b7-ab13-fbcc9f281c66" providerId="ADAL" clId="{43E27347-52E0-4AD8-AACA-BD0DBAAF8FCD}" dt="2026-06-23T13:09:05.915" v="367" actId="478"/>
          <ac:cxnSpMkLst>
            <pc:docMk/>
            <pc:sldMk cId="3620353806" sldId="483"/>
            <ac:cxnSpMk id="71" creationId="{4EAA5F36-DEEF-C460-B578-5EE11CB8A7C2}"/>
          </ac:cxnSpMkLst>
        </pc:cxnChg>
        <pc:cxnChg chg="add mod">
          <ac:chgData name="Brenneisen, Eike" userId="25d95ce1-e078-43b7-ab13-fbcc9f281c66" providerId="ADAL" clId="{43E27347-52E0-4AD8-AACA-BD0DBAAF8FCD}" dt="2026-06-23T13:17:15.512" v="671" actId="1076"/>
          <ac:cxnSpMkLst>
            <pc:docMk/>
            <pc:sldMk cId="3620353806" sldId="483"/>
            <ac:cxnSpMk id="80" creationId="{990EDCEE-80EE-AF89-397A-6A5C62C8795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>
                <a:latin typeface="Arial" panose="020B0604020202020204" pitchFamily="34" charset="0"/>
              </a:rPr>
              <a:t>6/23/2026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/>
              <a:pPr/>
              <a:t>6/23/2026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77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6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6.em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6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6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6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6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6.emf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6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6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6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6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6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6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6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6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6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6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6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6.emf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6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6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6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6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6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6.emf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172048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31414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854078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9062198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89876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63823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248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831031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1042251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94788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239661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51149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55434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6880063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61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55133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2125570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76142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93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9597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37141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62621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04156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179590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6295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709837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74225893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11913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03670467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82479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2974177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551886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2734165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467378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81788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7544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4034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115815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27996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3857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0551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1653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14466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39171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27070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0233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48513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67221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86694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64808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513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884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62140600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9370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649007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2776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31862531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340831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5614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 userDrawn="1"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501" r:id="rId3"/>
    <p:sldLayoutId id="2147484503" r:id="rId4"/>
    <p:sldLayoutId id="2147484413" r:id="rId5"/>
    <p:sldLayoutId id="2147484414" r:id="rId6"/>
    <p:sldLayoutId id="2147484415" r:id="rId7"/>
    <p:sldLayoutId id="2147484416" r:id="rId8"/>
    <p:sldLayoutId id="2147484417" r:id="rId9"/>
    <p:sldLayoutId id="2147484418" r:id="rId10"/>
    <p:sldLayoutId id="2147484504" r:id="rId11"/>
    <p:sldLayoutId id="2147484505" r:id="rId12"/>
    <p:sldLayoutId id="2147484419" r:id="rId13"/>
    <p:sldLayoutId id="2147484420" r:id="rId14"/>
    <p:sldLayoutId id="2147484421" r:id="rId15"/>
    <p:sldLayoutId id="2147484422" r:id="rId16"/>
    <p:sldLayoutId id="2147484423" r:id="rId17"/>
    <p:sldLayoutId id="2147484424" r:id="rId18"/>
    <p:sldLayoutId id="2147484425" r:id="rId19"/>
    <p:sldLayoutId id="2147484426" r:id="rId20"/>
    <p:sldLayoutId id="2147484427" r:id="rId21"/>
    <p:sldLayoutId id="2147484428" r:id="rId22"/>
    <p:sldLayoutId id="2147484429" r:id="rId23"/>
    <p:sldLayoutId id="2147484430" r:id="rId24"/>
    <p:sldLayoutId id="2147484431" r:id="rId25"/>
    <p:sldLayoutId id="2147484432" r:id="rId26"/>
    <p:sldLayoutId id="2147484433" r:id="rId27"/>
    <p:sldLayoutId id="2147484434" r:id="rId28"/>
    <p:sldLayoutId id="2147484435" r:id="rId29"/>
    <p:sldLayoutId id="2147484436" r:id="rId30"/>
    <p:sldLayoutId id="2147484437" r:id="rId31"/>
    <p:sldLayoutId id="2147484438" r:id="rId32"/>
    <p:sldLayoutId id="2147484439" r:id="rId33"/>
    <p:sldLayoutId id="2147484440" r:id="rId34"/>
    <p:sldLayoutId id="2147484441" r:id="rId35"/>
    <p:sldLayoutId id="2147484442" r:id="rId36"/>
    <p:sldLayoutId id="2147484443" r:id="rId37"/>
    <p:sldLayoutId id="2147484445" r:id="rId38"/>
    <p:sldLayoutId id="2147484446" r:id="rId39"/>
    <p:sldLayoutId id="2147484447" r:id="rId40"/>
    <p:sldLayoutId id="2147484448" r:id="rId41"/>
    <p:sldLayoutId id="2147484449" r:id="rId42"/>
    <p:sldLayoutId id="2147484450" r:id="rId43"/>
    <p:sldLayoutId id="2147484460" r:id="rId44"/>
    <p:sldLayoutId id="2147484462" r:id="rId45"/>
    <p:sldLayoutId id="2147484463" r:id="rId46"/>
    <p:sldLayoutId id="2147484464" r:id="rId47"/>
    <p:sldLayoutId id="2147484465" r:id="rId48"/>
    <p:sldLayoutId id="2147484466" r:id="rId49"/>
    <p:sldLayoutId id="2147484467" r:id="rId50"/>
    <p:sldLayoutId id="2147484451" r:id="rId51"/>
    <p:sldLayoutId id="2147484452" r:id="rId52"/>
    <p:sldLayoutId id="2147484453" r:id="rId53"/>
    <p:sldLayoutId id="2147484454" r:id="rId54"/>
    <p:sldLayoutId id="2147484455" r:id="rId55"/>
    <p:sldLayoutId id="2147484456" r:id="rId56"/>
    <p:sldLayoutId id="2147484457" r:id="rId57"/>
    <p:sldLayoutId id="2147484458" r:id="rId58"/>
    <p:sldLayoutId id="214748445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 userDrawn="1">
          <p15:clr>
            <a:srgbClr val="F26B43"/>
          </p15:clr>
        </p15:guide>
        <p15:guide id="96" orient="horz" pos="4008" userDrawn="1">
          <p15:clr>
            <a:srgbClr val="F26B43"/>
          </p15:clr>
        </p15:guide>
        <p15:guide id="97" orient="horz" pos="4104" userDrawn="1">
          <p15:clr>
            <a:srgbClr val="F26B43"/>
          </p15:clr>
        </p15:guide>
        <p15:guide id="98" orient="horz" pos="1056" userDrawn="1">
          <p15:clr>
            <a:srgbClr val="F26B43"/>
          </p15:clr>
        </p15:guide>
        <p15:guide id="99" pos="3840" userDrawn="1">
          <p15:clr>
            <a:srgbClr val="F26B43"/>
          </p15:clr>
        </p15:guide>
        <p15:guide id="100" pos="7392" userDrawn="1">
          <p15:clr>
            <a:srgbClr val="F26B43"/>
          </p15:clr>
        </p15:guide>
        <p15:guide id="101" orient="horz" pos="216" userDrawn="1">
          <p15:clr>
            <a:srgbClr val="F26B43"/>
          </p15:clr>
        </p15:guide>
        <p15:guide id="102" orient="horz" pos="432" userDrawn="1">
          <p15:clr>
            <a:srgbClr val="F26B43"/>
          </p15:clr>
        </p15:guide>
        <p15:guide id="103" pos="288" userDrawn="1">
          <p15:clr>
            <a:srgbClr val="F26B43"/>
          </p15:clr>
        </p15:guide>
        <p15:guide id="104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5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36.xml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emf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EF5FBC6-837E-4CA9-6C7E-32D1138579D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25158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F5FBC6-837E-4CA9-6C7E-32D1138579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2">
            <a:extLst>
              <a:ext uri="{FF2B5EF4-FFF2-40B4-BE49-F238E27FC236}">
                <a16:creationId xmlns:a16="http://schemas.microsoft.com/office/drawing/2014/main" id="{A2CB853B-B192-8534-E2CC-A23AE2387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4783247"/>
            <a:ext cx="4490721" cy="874604"/>
          </a:xfrm>
        </p:spPr>
        <p:txBody>
          <a:bodyPr vert="horz" rIns="0" anchor="t"/>
          <a:lstStyle/>
          <a:p>
            <a:r>
              <a:rPr lang="en-US" b="1" dirty="0">
                <a:solidFill>
                  <a:schemeClr val="bg1"/>
                </a:solidFill>
              </a:rPr>
              <a:t>Insurance Roundtable Sales Operations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B150BFF-436E-CBAF-FEC8-C23691A7B2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5737198"/>
            <a:ext cx="4490721" cy="180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Subtitle, date or author second line</a:t>
            </a:r>
          </a:p>
        </p:txBody>
      </p:sp>
      <p:pic>
        <p:nvPicPr>
          <p:cNvPr id="14" name="Picture Placeholder 13" descr="A green and white swirly object&#10;&#10;AI-generated content may be incorrect.">
            <a:extLst>
              <a:ext uri="{FF2B5EF4-FFF2-40B4-BE49-F238E27FC236}">
                <a16:creationId xmlns:a16="http://schemas.microsoft.com/office/drawing/2014/main" id="{27A95F02-8230-208A-3ABF-608B837191D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11" r="1111"/>
          <a:stretch/>
        </p:blipFill>
        <p:spPr>
          <a:xfrm>
            <a:off x="5791200" y="228600"/>
            <a:ext cx="6400800" cy="6400800"/>
          </a:xfrm>
        </p:spPr>
      </p:pic>
    </p:spTree>
    <p:extLst>
      <p:ext uri="{BB962C8B-B14F-4D97-AF65-F5344CB8AC3E}">
        <p14:creationId xmlns:p14="http://schemas.microsoft.com/office/powerpoint/2010/main" val="352743284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06620FA1-3681-D540-A5ED-5E93C5C3747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650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620FA1-3681-D540-A5ED-5E93C5C374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469900" y="3429000"/>
            <a:ext cx="3549904" cy="2043303"/>
          </a:xfrm>
        </p:spPr>
        <p:txBody>
          <a:bodyPr wrap="square"/>
          <a:lstStyle/>
          <a:p>
            <a:r>
              <a:rPr sz="1400" b="1" dirty="0" err="1">
                <a:solidFill>
                  <a:srgbClr val="046A38"/>
                </a:solidFill>
              </a:rPr>
              <a:t>Zielsetzung</a:t>
            </a:r>
            <a:endParaRPr sz="1400" b="1" dirty="0">
              <a:solidFill>
                <a:srgbClr val="046A38"/>
              </a:solidFill>
            </a:endParaRP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150" dirty="0" err="1">
                <a:solidFill>
                  <a:srgbClr val="222222"/>
                </a:solidFill>
              </a:rPr>
              <a:t>Verantwortliche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aus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b="1" dirty="0">
                <a:solidFill>
                  <a:srgbClr val="222222"/>
                </a:solidFill>
              </a:rPr>
              <a:t>Sales Operations </a:t>
            </a:r>
            <a:r>
              <a:rPr sz="1150" dirty="0" err="1">
                <a:solidFill>
                  <a:srgbClr val="222222"/>
                </a:solidFill>
              </a:rPr>
              <a:t>führender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Versicherer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zum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b="1" dirty="0" err="1">
                <a:solidFill>
                  <a:srgbClr val="222222"/>
                </a:solidFill>
              </a:rPr>
              <a:t>vertraulichen</a:t>
            </a:r>
            <a:r>
              <a:rPr sz="1150" b="1" dirty="0">
                <a:solidFill>
                  <a:srgbClr val="222222"/>
                </a:solidFill>
              </a:rPr>
              <a:t> </a:t>
            </a:r>
            <a:r>
              <a:rPr sz="1150" b="1" dirty="0" err="1">
                <a:solidFill>
                  <a:srgbClr val="222222"/>
                </a:solidFill>
              </a:rPr>
              <a:t>Austausch</a:t>
            </a:r>
            <a:r>
              <a:rPr sz="1150" b="1" dirty="0">
                <a:solidFill>
                  <a:srgbClr val="222222"/>
                </a:solidFill>
              </a:rPr>
              <a:t> </a:t>
            </a:r>
            <a:r>
              <a:rPr sz="1150" b="1" dirty="0" err="1">
                <a:solidFill>
                  <a:srgbClr val="222222"/>
                </a:solidFill>
              </a:rPr>
              <a:t>zusammenbringen</a:t>
            </a:r>
            <a:r>
              <a:rPr sz="1150" dirty="0">
                <a:solidFill>
                  <a:srgbClr val="222222"/>
                </a:solidFill>
              </a:rPr>
              <a:t> – und </a:t>
            </a:r>
            <a:r>
              <a:rPr sz="1150" dirty="0" err="1">
                <a:solidFill>
                  <a:srgbClr val="222222"/>
                </a:solidFill>
              </a:rPr>
              <a:t>gemeinsam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b="1" dirty="0" err="1">
                <a:solidFill>
                  <a:srgbClr val="222222"/>
                </a:solidFill>
              </a:rPr>
              <a:t>konkrete</a:t>
            </a:r>
            <a:r>
              <a:rPr sz="1150" b="1" dirty="0">
                <a:solidFill>
                  <a:srgbClr val="222222"/>
                </a:solidFill>
              </a:rPr>
              <a:t> Hebel für </a:t>
            </a:r>
            <a:r>
              <a:rPr sz="1150" b="1" dirty="0" err="1">
                <a:solidFill>
                  <a:srgbClr val="222222"/>
                </a:solidFill>
              </a:rPr>
              <a:t>Automatisierung</a:t>
            </a:r>
            <a:r>
              <a:rPr sz="1150" dirty="0">
                <a:solidFill>
                  <a:srgbClr val="222222"/>
                </a:solidFill>
              </a:rPr>
              <a:t> und KI </a:t>
            </a:r>
            <a:r>
              <a:rPr sz="1150" dirty="0" err="1">
                <a:solidFill>
                  <a:srgbClr val="222222"/>
                </a:solidFill>
              </a:rPr>
              <a:t>im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Vertriebs</a:t>
            </a:r>
            <a:r>
              <a:rPr sz="1150" dirty="0">
                <a:solidFill>
                  <a:srgbClr val="222222"/>
                </a:solidFill>
              </a:rPr>
              <a:t>-Back-Office </a:t>
            </a:r>
            <a:r>
              <a:rPr sz="1150" dirty="0" err="1">
                <a:solidFill>
                  <a:srgbClr val="222222"/>
                </a:solidFill>
              </a:rPr>
              <a:t>identifizieren</a:t>
            </a:r>
            <a:r>
              <a:rPr sz="1150"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lnSpc>
                <a:spcPct val="110000"/>
              </a:lnSpc>
            </a:pPr>
            <a:r>
              <a:rPr lang="de-DE" dirty="0">
                <a:solidFill>
                  <a:srgbClr val="3F3F3F"/>
                </a:solidFill>
                <a:latin typeface="Aptos"/>
              </a:rPr>
              <a:t>Wir bringen Führungskräfte führender deutscher Versicherer an einen Tisch. Gemeinsam diskutieren wir, wie sich der Vertriebssupport durch Prozessoptimierung, Automatisierung und Einsatz von KI zukunftssicher gestalten lässt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vert="horz" wrap="square" rIns="0"/>
          <a:lstStyle/>
          <a:p>
            <a:r>
              <a:rPr lang="de-DE" dirty="0"/>
              <a:t>Insurance Round Table Sales Operations</a:t>
            </a:r>
            <a:endParaRPr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4329030" y="3428999"/>
            <a:ext cx="3549904" cy="2043303"/>
          </a:xfrm>
        </p:spPr>
        <p:txBody>
          <a:bodyPr wrap="square"/>
          <a:lstStyle/>
          <a:p>
            <a:r>
              <a:rPr sz="1400" b="1" dirty="0" err="1">
                <a:solidFill>
                  <a:srgbClr val="046A38"/>
                </a:solidFill>
              </a:rPr>
              <a:t>Zielgruppe</a:t>
            </a:r>
            <a:endParaRPr sz="1400" b="1" dirty="0">
              <a:solidFill>
                <a:srgbClr val="046A38"/>
              </a:solidFill>
            </a:endParaRP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lang="de-DE" sz="1150" dirty="0">
                <a:solidFill>
                  <a:srgbClr val="222222"/>
                </a:solidFill>
              </a:rPr>
              <a:t>Abteilungs-/</a:t>
            </a:r>
            <a:r>
              <a:rPr lang="de-DE" sz="1150" dirty="0" err="1">
                <a:solidFill>
                  <a:srgbClr val="222222"/>
                </a:solidFill>
              </a:rPr>
              <a:t>Bereichleiter</a:t>
            </a:r>
            <a:r>
              <a:rPr lang="de-DE" sz="1150" dirty="0">
                <a:solidFill>
                  <a:srgbClr val="222222"/>
                </a:solidFill>
              </a:rPr>
              <a:t> </a:t>
            </a:r>
            <a:r>
              <a:rPr sz="1150" dirty="0">
                <a:solidFill>
                  <a:srgbClr val="222222"/>
                </a:solidFill>
              </a:rPr>
              <a:t>für Sales Operations, </a:t>
            </a:r>
            <a:r>
              <a:rPr sz="1150" dirty="0" err="1">
                <a:solidFill>
                  <a:srgbClr val="222222"/>
                </a:solidFill>
              </a:rPr>
              <a:t>Vertriebs</a:t>
            </a:r>
            <a:r>
              <a:rPr sz="1150" dirty="0">
                <a:solidFill>
                  <a:srgbClr val="222222"/>
                </a:solidFill>
              </a:rPr>
              <a:t>-Support und </a:t>
            </a:r>
            <a:r>
              <a:rPr sz="1150" dirty="0" err="1">
                <a:solidFill>
                  <a:srgbClr val="222222"/>
                </a:solidFill>
              </a:rPr>
              <a:t>Maklerbetreuung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bei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führenden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deutschen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Versicherern</a:t>
            </a:r>
            <a:r>
              <a:rPr sz="1150" dirty="0">
                <a:solidFill>
                  <a:srgbClr val="222222"/>
                </a:solidFill>
              </a:rPr>
              <a:t>.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150" dirty="0" err="1">
                <a:solidFill>
                  <a:srgbClr val="222222"/>
                </a:solidFill>
              </a:rPr>
              <a:t>Bewusst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kleiner</a:t>
            </a:r>
            <a:r>
              <a:rPr sz="1150" dirty="0">
                <a:solidFill>
                  <a:srgbClr val="222222"/>
                </a:solidFill>
              </a:rPr>
              <a:t>, </a:t>
            </a:r>
            <a:r>
              <a:rPr sz="1150" dirty="0" err="1">
                <a:solidFill>
                  <a:srgbClr val="222222"/>
                </a:solidFill>
              </a:rPr>
              <a:t>fachlich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homogener</a:t>
            </a:r>
            <a:r>
              <a:rPr sz="1150" dirty="0">
                <a:solidFill>
                  <a:srgbClr val="222222"/>
                </a:solidFill>
              </a:rPr>
              <a:t> Kreis – für </a:t>
            </a:r>
            <a:r>
              <a:rPr sz="1150" dirty="0" err="1">
                <a:solidFill>
                  <a:srgbClr val="222222"/>
                </a:solidFill>
              </a:rPr>
              <a:t>offene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Diskussion</a:t>
            </a:r>
            <a:r>
              <a:rPr sz="1150" dirty="0">
                <a:solidFill>
                  <a:srgbClr val="222222"/>
                </a:solidFill>
              </a:rPr>
              <a:t> auf </a:t>
            </a:r>
            <a:r>
              <a:rPr sz="1150" dirty="0" err="1">
                <a:solidFill>
                  <a:srgbClr val="222222"/>
                </a:solidFill>
              </a:rPr>
              <a:t>Augenhöhe</a:t>
            </a:r>
            <a:r>
              <a:rPr sz="1150"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8188160" y="3428999"/>
            <a:ext cx="3549904" cy="2043303"/>
          </a:xfrm>
        </p:spPr>
        <p:txBody>
          <a:bodyPr wrap="square"/>
          <a:lstStyle/>
          <a:p>
            <a:r>
              <a:rPr sz="1400" b="1" dirty="0">
                <a:solidFill>
                  <a:srgbClr val="046A38"/>
                </a:solidFill>
              </a:rPr>
              <a:t>Format und Agenda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150" dirty="0" err="1">
                <a:solidFill>
                  <a:srgbClr val="222222"/>
                </a:solidFill>
              </a:rPr>
              <a:t>Kompakte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Expertenrunde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mit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Impulsvorträgen</a:t>
            </a:r>
            <a:r>
              <a:rPr sz="1150" dirty="0">
                <a:solidFill>
                  <a:srgbClr val="222222"/>
                </a:solidFill>
              </a:rPr>
              <a:t>, Best-Practice-</a:t>
            </a:r>
            <a:r>
              <a:rPr sz="1150" dirty="0" err="1">
                <a:solidFill>
                  <a:srgbClr val="222222"/>
                </a:solidFill>
              </a:rPr>
              <a:t>Austausch</a:t>
            </a:r>
            <a:r>
              <a:rPr sz="1150" dirty="0">
                <a:solidFill>
                  <a:srgbClr val="222222"/>
                </a:solidFill>
              </a:rPr>
              <a:t>, </a:t>
            </a:r>
            <a:r>
              <a:rPr sz="1150" dirty="0" err="1">
                <a:solidFill>
                  <a:srgbClr val="222222"/>
                </a:solidFill>
              </a:rPr>
              <a:t>offener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Diskussion</a:t>
            </a:r>
            <a:r>
              <a:rPr sz="1150" dirty="0">
                <a:solidFill>
                  <a:srgbClr val="222222"/>
                </a:solidFill>
              </a:rPr>
              <a:t> und Get-Together.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sz="1150" dirty="0" err="1">
                <a:solidFill>
                  <a:srgbClr val="222222"/>
                </a:solidFill>
              </a:rPr>
              <a:t>Teilnahme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nach</a:t>
            </a:r>
            <a:r>
              <a:rPr sz="1150" dirty="0">
                <a:solidFill>
                  <a:srgbClr val="222222"/>
                </a:solidFill>
              </a:rPr>
              <a:t> </a:t>
            </a:r>
            <a:r>
              <a:rPr sz="1150" dirty="0" err="1">
                <a:solidFill>
                  <a:srgbClr val="222222"/>
                </a:solidFill>
              </a:rPr>
              <a:t>Präferenz</a:t>
            </a:r>
            <a:r>
              <a:rPr sz="1150" dirty="0">
                <a:solidFill>
                  <a:srgbClr val="222222"/>
                </a:solidFill>
              </a:rPr>
              <a:t>: </a:t>
            </a:r>
            <a:r>
              <a:rPr sz="1150" dirty="0" err="1">
                <a:solidFill>
                  <a:srgbClr val="222222"/>
                </a:solidFill>
              </a:rPr>
              <a:t>Präsenz</a:t>
            </a:r>
            <a:r>
              <a:rPr sz="1150" dirty="0">
                <a:solidFill>
                  <a:srgbClr val="222222"/>
                </a:solidFill>
              </a:rPr>
              <a:t>, Online </a:t>
            </a:r>
            <a:r>
              <a:rPr sz="1150" dirty="0" err="1">
                <a:solidFill>
                  <a:srgbClr val="222222"/>
                </a:solidFill>
              </a:rPr>
              <a:t>oder</a:t>
            </a:r>
            <a:r>
              <a:rPr sz="1150" dirty="0">
                <a:solidFill>
                  <a:srgbClr val="222222"/>
                </a:solidFill>
              </a:rPr>
              <a:t> Hybrid.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" y="3264407"/>
            <a:ext cx="502920" cy="5029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25112" y="3264407"/>
            <a:ext cx="502920" cy="5029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83879" y="3264407"/>
            <a:ext cx="502920" cy="50292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DB0552B5-0AD5-51D7-470F-4DD8AAF25FB2}"/>
              </a:ext>
            </a:extLst>
          </p:cNvPr>
          <p:cNvSpPr txBox="1">
            <a:spLocks/>
          </p:cNvSpPr>
          <p:nvPr/>
        </p:nvSpPr>
        <p:spPr>
          <a:xfrm>
            <a:off x="469900" y="1668160"/>
            <a:ext cx="3549904" cy="204330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00000"/>
              <a:buFontTx/>
              <a:buNone/>
              <a:tabLst>
                <a:tab pos="3771900" algn="r"/>
              </a:tabLst>
              <a:defRPr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1pPr>
            <a:lvl2pPr marL="180975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0975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b="1" dirty="0">
                <a:solidFill>
                  <a:srgbClr val="046A38"/>
                </a:solidFill>
              </a:rPr>
              <a:t>Ausgangslage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lang="de-DE" dirty="0"/>
              <a:t>Es gibt für den Bereich Sales Operations kein zentrales Austauschformat in Deutschland  um über die Themen Maklerservice zu sprechen (Bestandsübertragung, Ausgleichsanspruch, Provisionsreklamation, Eintritt/Austritt etc.)</a:t>
            </a:r>
            <a:endParaRPr lang="de-DE" sz="1150" dirty="0">
              <a:solidFill>
                <a:srgbClr val="222222"/>
              </a:solidFill>
            </a:endParaRP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700C5313-8D82-F8EE-7BD1-A391BF915194}"/>
              </a:ext>
            </a:extLst>
          </p:cNvPr>
          <p:cNvSpPr txBox="1">
            <a:spLocks/>
          </p:cNvSpPr>
          <p:nvPr/>
        </p:nvSpPr>
        <p:spPr>
          <a:xfrm>
            <a:off x="4168648" y="1668160"/>
            <a:ext cx="3549904" cy="204330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00000"/>
              <a:buFontTx/>
              <a:buNone/>
              <a:tabLst>
                <a:tab pos="3771900" algn="r"/>
              </a:tabLst>
              <a:defRPr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1pPr>
            <a:lvl2pPr marL="180975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0975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b="1" dirty="0">
                <a:solidFill>
                  <a:srgbClr val="046A38"/>
                </a:solidFill>
              </a:rPr>
              <a:t>Lösung</a:t>
            </a:r>
          </a:p>
          <a:p>
            <a:pPr>
              <a:lnSpc>
                <a:spcPct val="106000"/>
              </a:lnSpc>
              <a:spcBef>
                <a:spcPts val="700"/>
              </a:spcBef>
            </a:pPr>
            <a:r>
              <a:rPr lang="de-DE" dirty="0"/>
              <a:t>Deloitte bietet neues Forum an um im vertraulichen Rahmen über diese Themen zu sprechen mit Impuls von uns plus Expertenaustausch.</a:t>
            </a:r>
            <a:endParaRPr lang="de-DE" sz="1150" dirty="0">
              <a:solidFill>
                <a:srgbClr val="222222"/>
              </a:solidFill>
            </a:endParaRP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DC24B9B-6F51-B047-686B-6C2CD212E31B}"/>
              </a:ext>
            </a:extLst>
          </p:cNvPr>
          <p:cNvSpPr txBox="1">
            <a:spLocks/>
          </p:cNvSpPr>
          <p:nvPr/>
        </p:nvSpPr>
        <p:spPr>
          <a:xfrm>
            <a:off x="7955720" y="1668160"/>
            <a:ext cx="3549904" cy="204330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00000"/>
              <a:buFontTx/>
              <a:buNone/>
              <a:tabLst>
                <a:tab pos="3771900" algn="r"/>
              </a:tabLst>
              <a:defRPr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1pPr>
            <a:lvl2pPr marL="180975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0975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b="1" dirty="0">
                <a:solidFill>
                  <a:srgbClr val="046A38"/>
                </a:solidFill>
              </a:rPr>
              <a:t>Pilot</a:t>
            </a:r>
          </a:p>
          <a:p>
            <a:r>
              <a:rPr lang="de-DE" dirty="0"/>
              <a:t>In 2025 mit ERGO, R+V, und </a:t>
            </a:r>
            <a:r>
              <a:rPr lang="de-DE" dirty="0" err="1"/>
              <a:t>Zurich</a:t>
            </a:r>
            <a:r>
              <a:rPr lang="de-DE" dirty="0"/>
              <a:t> in Düsseldorf durchgeführt. Feedback sehr positiv. Wunsch nach weiteren Terminen</a:t>
            </a:r>
            <a:endParaRPr lang="de-DE" sz="1150" dirty="0">
              <a:solidFill>
                <a:srgbClr val="22222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004971-0930-EF88-2DA4-9CB7813F56C4}"/>
              </a:ext>
            </a:extLst>
          </p:cNvPr>
          <p:cNvSpPr txBox="1"/>
          <p:nvPr/>
        </p:nvSpPr>
        <p:spPr>
          <a:xfrm>
            <a:off x="1520562" y="5189840"/>
            <a:ext cx="97954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121212"/>
                </a:solidFill>
                <a:latin typeface="+mj-lt"/>
              </a:rPr>
              <a:t>Zweite Ausgabe: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121212"/>
                </a:solidFill>
                <a:effectLst/>
                <a:latin typeface="+mj-lt"/>
              </a:rPr>
              <a:t>Thema: KI als Effizienzhebel im Sales Back-Office.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121212"/>
                </a:solidFill>
                <a:effectLst/>
                <a:latin typeface="+mj-lt"/>
              </a:rPr>
              <a:t>Durchführung in Q3 2026 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121212"/>
                </a:solidFill>
                <a:effectLst/>
                <a:latin typeface="+mj-lt"/>
              </a:rPr>
              <a:t>Präsenz oder online, 90 - 120 Minuten. 45 Minuten Impuls und Demos Deloitte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121212"/>
                </a:solidFill>
                <a:effectLst/>
                <a:latin typeface="+mj-lt"/>
              </a:rPr>
              <a:t>Kundenanspr</a:t>
            </a:r>
            <a:r>
              <a:rPr lang="de-DE" dirty="0">
                <a:solidFill>
                  <a:srgbClr val="121212"/>
                </a:solidFill>
                <a:latin typeface="+mj-lt"/>
              </a:rPr>
              <a:t>a</a:t>
            </a:r>
            <a:r>
              <a:rPr lang="de-DE" b="0" i="0" dirty="0">
                <a:solidFill>
                  <a:srgbClr val="121212"/>
                </a:solidFill>
                <a:effectLst/>
                <a:latin typeface="+mj-lt"/>
              </a:rPr>
              <a:t>che über LSCP und Landing Page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D61A2-9B65-81FB-4AD0-C19F7998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hink-cell data - do not delete" hidden="1">
            <a:extLst>
              <a:ext uri="{FF2B5EF4-FFF2-40B4-BE49-F238E27FC236}">
                <a16:creationId xmlns:a16="http://schemas.microsoft.com/office/drawing/2014/main" id="{BD664742-D02D-B0D9-CD83-42E9078CACC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664742-D02D-B0D9-CD83-42E9078CAC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6A12D5-457B-A88D-1D94-CEFF6CFD912C}"/>
              </a:ext>
            </a:extLst>
          </p:cNvPr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endParaRPr sz="1150" b="1" i="0" spc="160" dirty="0">
              <a:solidFill>
                <a:srgbClr val="26890D"/>
              </a:solidFill>
              <a:latin typeface="Apto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E448C-15CF-00DB-A44C-B86C62CA7EC2}"/>
              </a:ext>
            </a:extLst>
          </p:cNvPr>
          <p:cNvSpPr txBox="1"/>
          <p:nvPr/>
        </p:nvSpPr>
        <p:spPr>
          <a:xfrm>
            <a:off x="566928" y="73152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 sz="4000" b="1" i="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2FE86-CC3C-381C-ED87-B9579C1333AF}"/>
              </a:ext>
            </a:extLst>
          </p:cNvPr>
          <p:cNvSpPr txBox="1"/>
          <p:nvPr/>
        </p:nvSpPr>
        <p:spPr>
          <a:xfrm>
            <a:off x="6336791" y="1237801"/>
            <a:ext cx="89611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endParaRPr lang="de-DE" sz="2400" b="1" i="0" dirty="0">
              <a:solidFill>
                <a:srgbClr val="046A38"/>
              </a:solidFill>
              <a:latin typeface="Aptos"/>
            </a:endParaRP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E62F849-1788-7820-F555-5D83255B28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684000"/>
            <a:ext cx="11274552" cy="75725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de-DE" dirty="0">
                <a:solidFill>
                  <a:srgbClr val="3F3F3F"/>
                </a:solidFill>
                <a:latin typeface="Aptos"/>
              </a:rPr>
              <a:t>In drei Schritten zum gebuchten Gesprächstermin – mit minimalem Aufwand für die LCSPs.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88851BD3-23BB-97F2-3323-C9F4FFAB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5992"/>
            <a:ext cx="11274552" cy="342000"/>
          </a:xfrm>
        </p:spPr>
        <p:txBody>
          <a:bodyPr vert="horz" rIns="0"/>
          <a:lstStyle/>
          <a:p>
            <a:r>
              <a:rPr lang="de-DE" dirty="0"/>
              <a:t>Nächste Schritte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A70758-8F13-33D2-077C-DB9823DCEEF4}"/>
              </a:ext>
            </a:extLst>
          </p:cNvPr>
          <p:cNvSpPr/>
          <p:nvPr/>
        </p:nvSpPr>
        <p:spPr>
          <a:xfrm>
            <a:off x="1975104" y="1991863"/>
            <a:ext cx="841248" cy="84124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_mail.png">
            <a:extLst>
              <a:ext uri="{FF2B5EF4-FFF2-40B4-BE49-F238E27FC236}">
                <a16:creationId xmlns:a16="http://schemas.microsoft.com/office/drawing/2014/main" id="{EB347ADD-936A-1BAA-BECE-20E64406F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128" y="2183887"/>
            <a:ext cx="457200" cy="457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75C723-96FD-F916-B451-F7F4603D6226}"/>
              </a:ext>
            </a:extLst>
          </p:cNvPr>
          <p:cNvSpPr txBox="1"/>
          <p:nvPr/>
        </p:nvSpPr>
        <p:spPr>
          <a:xfrm>
            <a:off x="818388" y="2979415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spc="140">
                <a:solidFill>
                  <a:srgbClr val="26890D"/>
                </a:solidFill>
                <a:latin typeface="Aptos"/>
              </a:rPr>
              <a:t>SCHRITT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074BD5-D22E-FD9E-EE57-4587325539B9}"/>
              </a:ext>
            </a:extLst>
          </p:cNvPr>
          <p:cNvSpPr txBox="1"/>
          <p:nvPr/>
        </p:nvSpPr>
        <p:spPr>
          <a:xfrm>
            <a:off x="818388" y="3217159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C3D26"/>
                </a:solidFill>
                <a:latin typeface="Aptos"/>
              </a:rPr>
              <a:t>Einladung steht bereit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2250F0-951B-D1CD-30EF-70F82F31E530}"/>
              </a:ext>
            </a:extLst>
          </p:cNvPr>
          <p:cNvSpPr txBox="1"/>
          <p:nvPr/>
        </p:nvSpPr>
        <p:spPr>
          <a:xfrm>
            <a:off x="818388" y="3564631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A6F73"/>
                </a:solidFill>
                <a:latin typeface="Aptos"/>
              </a:rPr>
              <a:t>Fertige E-Mail inkl. Link zur Landing Page – ohne weiteren Aufwand einsatzbereit.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60F8C2-B2F6-99DB-FDB6-4A738EF02EB3}"/>
              </a:ext>
            </a:extLst>
          </p:cNvPr>
          <p:cNvSpPr/>
          <p:nvPr/>
        </p:nvSpPr>
        <p:spPr>
          <a:xfrm>
            <a:off x="5673852" y="1991863"/>
            <a:ext cx="841248" cy="84124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con_send.png">
            <a:extLst>
              <a:ext uri="{FF2B5EF4-FFF2-40B4-BE49-F238E27FC236}">
                <a16:creationId xmlns:a16="http://schemas.microsoft.com/office/drawing/2014/main" id="{3C0958E2-5E9F-F9DE-988D-EBEF9A4E3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876" y="2183887"/>
            <a:ext cx="457200" cy="4572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6B11E02-A5CD-7041-D124-5ECF2AE7F355}"/>
              </a:ext>
            </a:extLst>
          </p:cNvPr>
          <p:cNvSpPr txBox="1"/>
          <p:nvPr/>
        </p:nvSpPr>
        <p:spPr>
          <a:xfrm>
            <a:off x="4517136" y="2979415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spc="140">
                <a:solidFill>
                  <a:srgbClr val="26890D"/>
                </a:solidFill>
                <a:latin typeface="Aptos"/>
              </a:rPr>
              <a:t>SCHRITT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B0CEDE-99D6-6608-F2D3-3BECFD04EB49}"/>
              </a:ext>
            </a:extLst>
          </p:cNvPr>
          <p:cNvSpPr txBox="1"/>
          <p:nvPr/>
        </p:nvSpPr>
        <p:spPr>
          <a:xfrm>
            <a:off x="4517136" y="3217159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C3D26"/>
                </a:solidFill>
                <a:latin typeface="Aptos"/>
              </a:rPr>
              <a:t>Versand über die LCSPs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5F579F-82AA-1CB7-ECCD-D352B1B143BF}"/>
              </a:ext>
            </a:extLst>
          </p:cNvPr>
          <p:cNvSpPr txBox="1"/>
          <p:nvPr/>
        </p:nvSpPr>
        <p:spPr>
          <a:xfrm>
            <a:off x="4517136" y="3564631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A6F73"/>
                </a:solidFill>
                <a:latin typeface="Aptos"/>
              </a:rPr>
              <a:t>Die LCSPs leiten die Einladung an ihre Kunden-Ansprechpartner weiter.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E6481B-A01B-C45F-A68E-B366CE387D59}"/>
              </a:ext>
            </a:extLst>
          </p:cNvPr>
          <p:cNvSpPr/>
          <p:nvPr/>
        </p:nvSpPr>
        <p:spPr>
          <a:xfrm>
            <a:off x="9372600" y="1991863"/>
            <a:ext cx="841248" cy="841248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_calcheck.png">
            <a:extLst>
              <a:ext uri="{FF2B5EF4-FFF2-40B4-BE49-F238E27FC236}">
                <a16:creationId xmlns:a16="http://schemas.microsoft.com/office/drawing/2014/main" id="{0941ABBE-32E1-5D2E-637C-5CC987B239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624" y="2183887"/>
            <a:ext cx="457200" cy="457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C7E3C49-F97D-12DC-E08B-8C63652F2CD1}"/>
              </a:ext>
            </a:extLst>
          </p:cNvPr>
          <p:cNvSpPr txBox="1"/>
          <p:nvPr/>
        </p:nvSpPr>
        <p:spPr>
          <a:xfrm>
            <a:off x="8215884" y="2979415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1" i="0" spc="140">
                <a:solidFill>
                  <a:srgbClr val="26890D"/>
                </a:solidFill>
                <a:latin typeface="Aptos"/>
              </a:rPr>
              <a:t>SCHRITT 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B6D080-7779-D1ED-F37C-F1E2788AA52E}"/>
              </a:ext>
            </a:extLst>
          </p:cNvPr>
          <p:cNvSpPr txBox="1"/>
          <p:nvPr/>
        </p:nvSpPr>
        <p:spPr>
          <a:xfrm>
            <a:off x="8215884" y="3217159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C3D26"/>
                </a:solidFill>
                <a:latin typeface="Aptos"/>
              </a:rPr>
              <a:t>Kunde bucht den Termin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D3E6D5-A955-985B-CD6C-7266CCBD2E17}"/>
              </a:ext>
            </a:extLst>
          </p:cNvPr>
          <p:cNvSpPr txBox="1"/>
          <p:nvPr/>
        </p:nvSpPr>
        <p:spPr>
          <a:xfrm>
            <a:off x="8215884" y="3564631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6A6F73"/>
                </a:solidFill>
                <a:latin typeface="Aptos"/>
              </a:rPr>
              <a:t>Auswahl von Wunschtermin und Format direkt auf der Landing Page.</a:t>
            </a:r>
          </a:p>
        </p:txBody>
      </p:sp>
      <p:cxnSp>
        <p:nvCxnSpPr>
          <p:cNvPr id="29" name="Connector 21">
            <a:extLst>
              <a:ext uri="{FF2B5EF4-FFF2-40B4-BE49-F238E27FC236}">
                <a16:creationId xmlns:a16="http://schemas.microsoft.com/office/drawing/2014/main" id="{1EF9D64F-A1D6-74EF-7AE8-1311420B2099}"/>
              </a:ext>
            </a:extLst>
          </p:cNvPr>
          <p:cNvCxnSpPr/>
          <p:nvPr/>
        </p:nvCxnSpPr>
        <p:spPr>
          <a:xfrm>
            <a:off x="3127248" y="2412487"/>
            <a:ext cx="2235708" cy="0"/>
          </a:xfrm>
          <a:prstGeom prst="line">
            <a:avLst/>
          </a:prstGeom>
          <a:ln w="25400" cap="rnd">
            <a:solidFill>
              <a:srgbClr val="8DB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2">
            <a:extLst>
              <a:ext uri="{FF2B5EF4-FFF2-40B4-BE49-F238E27FC236}">
                <a16:creationId xmlns:a16="http://schemas.microsoft.com/office/drawing/2014/main" id="{D1D9EBF5-D008-9F78-1C9D-F8BE31DFED8D}"/>
              </a:ext>
            </a:extLst>
          </p:cNvPr>
          <p:cNvCxnSpPr/>
          <p:nvPr/>
        </p:nvCxnSpPr>
        <p:spPr>
          <a:xfrm>
            <a:off x="6825996" y="2412487"/>
            <a:ext cx="2235708" cy="0"/>
          </a:xfrm>
          <a:prstGeom prst="line">
            <a:avLst/>
          </a:prstGeom>
          <a:ln w="25400" cap="rnd">
            <a:solidFill>
              <a:srgbClr val="8DBF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23">
            <a:extLst>
              <a:ext uri="{FF2B5EF4-FFF2-40B4-BE49-F238E27FC236}">
                <a16:creationId xmlns:a16="http://schemas.microsoft.com/office/drawing/2014/main" id="{26E06B79-0DFF-C8C1-0DDC-5BDE1EBAA65A}"/>
              </a:ext>
            </a:extLst>
          </p:cNvPr>
          <p:cNvSpPr/>
          <p:nvPr/>
        </p:nvSpPr>
        <p:spPr>
          <a:xfrm>
            <a:off x="566928" y="4154101"/>
            <a:ext cx="11055096" cy="969264"/>
          </a:xfrm>
          <a:prstGeom prst="roundRect">
            <a:avLst>
              <a:gd name="adj" fmla="val 10000"/>
            </a:avLst>
          </a:prstGeom>
          <a:solidFill>
            <a:srgbClr val="F1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D455107-18D0-6BC7-284E-0CAF71C1B8CC}"/>
              </a:ext>
            </a:extLst>
          </p:cNvPr>
          <p:cNvSpPr txBox="1"/>
          <p:nvPr/>
        </p:nvSpPr>
        <p:spPr>
          <a:xfrm>
            <a:off x="978408" y="4336981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 i="0" spc="120">
                <a:solidFill>
                  <a:srgbClr val="26890D"/>
                </a:solidFill>
                <a:latin typeface="Aptos"/>
              </a:rPr>
              <a:t>PRO TERMIN FREI WÄHLBAR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AABE58-A2A5-079A-8D19-2BE320C815F1}"/>
              </a:ext>
            </a:extLst>
          </p:cNvPr>
          <p:cNvSpPr txBox="1"/>
          <p:nvPr/>
        </p:nvSpPr>
        <p:spPr>
          <a:xfrm>
            <a:off x="978408" y="4611301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3D26"/>
                </a:solidFill>
                <a:latin typeface="Aptos"/>
              </a:rPr>
              <a:t>Format der Teilnahme</a:t>
            </a:r>
          </a:p>
        </p:txBody>
      </p:sp>
      <p:cxnSp>
        <p:nvCxnSpPr>
          <p:cNvPr id="80" name="Connector 26">
            <a:extLst>
              <a:ext uri="{FF2B5EF4-FFF2-40B4-BE49-F238E27FC236}">
                <a16:creationId xmlns:a16="http://schemas.microsoft.com/office/drawing/2014/main" id="{990EDCEE-80EE-AF89-397A-6A5C62C8795B}"/>
              </a:ext>
            </a:extLst>
          </p:cNvPr>
          <p:cNvCxnSpPr/>
          <p:nvPr/>
        </p:nvCxnSpPr>
        <p:spPr>
          <a:xfrm>
            <a:off x="4846320" y="4391845"/>
            <a:ext cx="0" cy="493776"/>
          </a:xfrm>
          <a:prstGeom prst="line">
            <a:avLst/>
          </a:prstGeom>
          <a:ln w="15875">
            <a:solidFill>
              <a:srgbClr val="C9D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F7719BDB-0D80-3F04-A17B-BE3BB26592B5}"/>
              </a:ext>
            </a:extLst>
          </p:cNvPr>
          <p:cNvSpPr/>
          <p:nvPr/>
        </p:nvSpPr>
        <p:spPr>
          <a:xfrm>
            <a:off x="5943600" y="4391845"/>
            <a:ext cx="493776" cy="493776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icon_building.png">
            <a:extLst>
              <a:ext uri="{FF2B5EF4-FFF2-40B4-BE49-F238E27FC236}">
                <a16:creationId xmlns:a16="http://schemas.microsoft.com/office/drawing/2014/main" id="{DE076BC9-AA11-56A4-08DC-04B1419E46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3328" y="4501573"/>
            <a:ext cx="274320" cy="27432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FBC8300-2C8A-35C3-D14C-0598EE56E138}"/>
              </a:ext>
            </a:extLst>
          </p:cNvPr>
          <p:cNvSpPr txBox="1"/>
          <p:nvPr/>
        </p:nvSpPr>
        <p:spPr>
          <a:xfrm>
            <a:off x="6583680" y="4455853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22222"/>
                </a:solidFill>
                <a:latin typeface="Aptos"/>
              </a:rPr>
              <a:t>Präsenz vor Ort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BECB315-3426-5630-CB1C-A28DA9EF1C87}"/>
              </a:ext>
            </a:extLst>
          </p:cNvPr>
          <p:cNvSpPr/>
          <p:nvPr/>
        </p:nvSpPr>
        <p:spPr>
          <a:xfrm>
            <a:off x="9418320" y="4391845"/>
            <a:ext cx="493776" cy="493776"/>
          </a:xfrm>
          <a:prstGeom prst="ellipse">
            <a:avLst/>
          </a:prstGeom>
          <a:solidFill>
            <a:srgbClr val="04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Picture 84" descr="icon_monitor.png">
            <a:extLst>
              <a:ext uri="{FF2B5EF4-FFF2-40B4-BE49-F238E27FC236}">
                <a16:creationId xmlns:a16="http://schemas.microsoft.com/office/drawing/2014/main" id="{8BF6EDDC-D7D3-5645-6414-EA75C4F452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048" y="4501573"/>
            <a:ext cx="274320" cy="27432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98ECD898-741F-9AEF-62FB-366152FF61CE}"/>
              </a:ext>
            </a:extLst>
          </p:cNvPr>
          <p:cNvSpPr txBox="1"/>
          <p:nvPr/>
        </p:nvSpPr>
        <p:spPr>
          <a:xfrm>
            <a:off x="10058400" y="4455853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22222"/>
                </a:solidFill>
                <a:latin typeface="Aptos"/>
              </a:rPr>
              <a:t>Online</a:t>
            </a:r>
          </a:p>
        </p:txBody>
      </p:sp>
    </p:spTree>
    <p:extLst>
      <p:ext uri="{BB962C8B-B14F-4D97-AF65-F5344CB8AC3E}">
        <p14:creationId xmlns:p14="http://schemas.microsoft.com/office/powerpoint/2010/main" val="36203538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MBAQEBAQEBAQEBAQEBAQMAAAAAAAAAAwAAAAMAAAAA/////wQAGwwAAAAAAAAAAAAAIAD///////////////8AAAD////////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UAAAACABAAC34Cv1EWo8ZFqy5fX58PtvYEAAAAAAADAAAAAAADAAAAAwADAAAAAAD///////8DAAAAAAD///////8DAAAAAAD///////8DAAAAAAD///////8DAAEA////////BQAAAAMAEAALDNVyWmyPNki+0pPyPRbnJQQ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fgK/URajxkWrLl9fnw+29gNEYXRhAFMAAAAIUHJlc2VudGF0aW9uU2Nhbm5lZEZvckxpbmtlZFNoYXBlcwAAAk51bWJlckZvcm1hdFNlcGFyYXRvck1vZGUACgAAAEF1dG9tYXRpYwAAAk5hbWUAJAAAAExpbmtlZFNoYXBlUHJlc2VudGF0aW9uU2V0dGluZ3NEYXRhABBWZXJzaW9uAAAAAAAJTGFzdFdyaXRlAPFwDCKbAQAAAAEA/////4MAgwAAAAVfaWQAEAAAAAQM1XJabI82SL7Sk/I9FuclA0RhdGEAGwAAAARMaW5rZWRTaGFwZURhdGEABQAAAAAAAk5hbWUAGQAAAExpbmtlZFNoYXBlc0RhdGFQcm9wZXJ0eQAQVmVyc2lvbgABAAAACUxhc3RXcml0ZQDtcAwimw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UDAAAAAAAAAAAAAAgAf///////////////wAAAP///////////////wUAAAAC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DAAMAAwEDAAAAAwD///////8aAAZMaW5rZWRTaGFwZXNEYXRhUHJvcGVydHlfMQQAAAABAAUAAAACAAUAAAABAA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013995993601297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NUMBER_OF_VALID_LAYOUTS" val="59"/>
  <p:tag name="MIO_MATCH_COLOR_SCHEME" val="True"/>
  <p:tag name="MIO_DBID" val="fede6900-895c-4459-b97c-72b2b9dac459"/>
  <p:tag name="MIO_EKGUID" val="b23d5a04-52d9-4085-8368-e8ce2f2953bb"/>
  <p:tag name="MIO_OBJECTNAME" val="Deloitte 16:9 (2026) short"/>
  <p:tag name="MIO_CD_LAYOUT_VALID_AREA" val="False"/>
  <p:tag name="MIO_EMBED_FONT" val="False"/>
  <p:tag name="MIO_VERSION" val="31.03.2026 12:32:25"/>
  <p:tag name="MIO_LASTDOWNLOADED" val="23.06.2026 11:47:07.397"/>
  <p:tag name="MIO_CONTENTTAG" val="rF/1OIhWukixSf/l22nUSg=="/>
  <p:tag name="MIO_CDID" val="b832c4bc-5070-4232-bfdb-3d42c9da7c2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D97D7DC67D82E4785C19AFF908F26CF" ma:contentTypeVersion="4" ma:contentTypeDescription="Ein neues Dokument erstellen." ma:contentTypeScope="" ma:versionID="276f05a8f356b61989790b48e17a2389">
  <xsd:schema xmlns:xsd="http://www.w3.org/2001/XMLSchema" xmlns:xs="http://www.w3.org/2001/XMLSchema" xmlns:p="http://schemas.microsoft.com/office/2006/metadata/properties" xmlns:ns2="e3734028-6f09-483b-bd1c-25f5dd18cfdd" targetNamespace="http://schemas.microsoft.com/office/2006/metadata/properties" ma:root="true" ma:fieldsID="151a3124be05b2a20eb545b41e4ab48f" ns2:_="">
    <xsd:import namespace="e3734028-6f09-483b-bd1c-25f5dd18cf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734028-6f09-483b-bd1c-25f5dd18cf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BF235D-5BAD-4A08-AEE0-5E29BE15689F}">
  <ds:schemaRefs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e3734028-6f09-483b-bd1c-25f5dd18cfdd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490C383-913A-4FB5-AECE-310BE9CDC3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734028-6f09-483b-bd1c-25f5dd18cf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320</Words>
  <Application>Microsoft Office PowerPoint</Application>
  <PresentationFormat>Widescreen</PresentationFormat>
  <Paragraphs>39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Insurance Roundtable Sales Operations </vt:lpstr>
      <vt:lpstr>Insurance Round Table Sales Operations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>Brenneisen, Eike</dc:creator>
  <cp:lastModifiedBy>Brenneisen, Eike</cp:lastModifiedBy>
  <cp:revision>6</cp:revision>
  <dcterms:created xsi:type="dcterms:W3CDTF">2020-04-09T19:50:51Z</dcterms:created>
  <dcterms:modified xsi:type="dcterms:W3CDTF">2026-06-23T13:33:30Z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0x0101009D97D7DC67D82E4785C19AFF908F26CF</vt:lpwstr>
  </property>
</Properties>
</file>